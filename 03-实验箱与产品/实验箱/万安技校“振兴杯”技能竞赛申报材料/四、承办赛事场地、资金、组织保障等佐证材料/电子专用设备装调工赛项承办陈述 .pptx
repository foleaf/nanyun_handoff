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</p:sldMasterIdLst>
  <p:notesMasterIdLst>
    <p:notesMasterId r:id="rId8"/>
  </p:notesMasterIdLst>
  <p:handoutMasterIdLst>
    <p:handoutMasterId r:id="rId15"/>
  </p:handoutMasterIdLst>
  <p:sldIdLst>
    <p:sldId id="257" r:id="rId5"/>
    <p:sldId id="258" r:id="rId6"/>
    <p:sldId id="266" r:id="rId7"/>
    <p:sldId id="260" r:id="rId9"/>
    <p:sldId id="261" r:id="rId10"/>
    <p:sldId id="262" r:id="rId11"/>
    <p:sldId id="267" r:id="rId12"/>
    <p:sldId id="269" r:id="rId13"/>
    <p:sldId id="263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35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7" Type="http://schemas.openxmlformats.org/officeDocument/2006/relationships/tags" Target="../tags/tag79.xml"/><Relationship Id="rId36" Type="http://schemas.openxmlformats.org/officeDocument/2006/relationships/tags" Target="../tags/tag78.xml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tags" Target="../tags/tag45.xml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5" Type="http://schemas.openxmlformats.org/officeDocument/2006/relationships/tags" Target="../tags/tag153.xml"/><Relationship Id="rId44" Type="http://schemas.openxmlformats.org/officeDocument/2006/relationships/tags" Target="../tags/tag152.xml"/><Relationship Id="rId43" Type="http://schemas.openxmlformats.org/officeDocument/2006/relationships/tags" Target="../tags/tag151.xml"/><Relationship Id="rId42" Type="http://schemas.openxmlformats.org/officeDocument/2006/relationships/tags" Target="../tags/tag150.xml"/><Relationship Id="rId41" Type="http://schemas.openxmlformats.org/officeDocument/2006/relationships/tags" Target="../tags/tag149.xml"/><Relationship Id="rId40" Type="http://schemas.openxmlformats.org/officeDocument/2006/relationships/tags" Target="../tags/tag148.xml"/><Relationship Id="rId4" Type="http://schemas.openxmlformats.org/officeDocument/2006/relationships/tags" Target="../tags/tag112.xml"/><Relationship Id="rId39" Type="http://schemas.openxmlformats.org/officeDocument/2006/relationships/tags" Target="../tags/tag147.xml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1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782320" y="1273175"/>
            <a:ext cx="6298565" cy="25730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</a:t>
            </a:r>
            <a:br>
              <a:rPr lang="zh-CN" altLang="en-US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805180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3068320" y="5060315"/>
            <a:ext cx="2160000" cy="504190"/>
          </a:xfrm>
          <a:solidFill>
            <a:srgbClr val="FFFFFF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82320" y="5060315"/>
            <a:ext cx="2160000" cy="504190"/>
          </a:xfrm>
          <a:solidFill>
            <a:schemeClr val="accent1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2" name="任意多边形 21"/>
          <p:cNvSpPr/>
          <p:nvPr userDrawn="1">
            <p:custDataLst>
              <p:tags r:id="rId9"/>
            </p:custDataLst>
          </p:nvPr>
        </p:nvSpPr>
        <p:spPr>
          <a:xfrm>
            <a:off x="7186295" y="2723515"/>
            <a:ext cx="4167505" cy="1931670"/>
          </a:xfrm>
          <a:custGeom>
            <a:avLst/>
            <a:gdLst>
              <a:gd name="connsiteX0" fmla="*/ 2703 w 6563"/>
              <a:gd name="connsiteY0" fmla="*/ 62 h 3042"/>
              <a:gd name="connsiteX1" fmla="*/ 0 w 6563"/>
              <a:gd name="connsiteY1" fmla="*/ 1169 h 3042"/>
              <a:gd name="connsiteX2" fmla="*/ 2936 w 6563"/>
              <a:gd name="connsiteY2" fmla="*/ 3042 h 3042"/>
              <a:gd name="connsiteX3" fmla="*/ 6563 w 6563"/>
              <a:gd name="connsiteY3" fmla="*/ 1507 h 3042"/>
              <a:gd name="connsiteX4" fmla="*/ 4219 w 6563"/>
              <a:gd name="connsiteY4" fmla="*/ 0 h 3042"/>
              <a:gd name="connsiteX5" fmla="*/ 3277 w 6563"/>
              <a:gd name="connsiteY5" fmla="*/ 381 h 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3" h="3042">
                <a:moveTo>
                  <a:pt x="2703" y="62"/>
                </a:moveTo>
                <a:lnTo>
                  <a:pt x="0" y="1169"/>
                </a:lnTo>
                <a:lnTo>
                  <a:pt x="2936" y="3042"/>
                </a:lnTo>
                <a:lnTo>
                  <a:pt x="6563" y="1507"/>
                </a:lnTo>
                <a:lnTo>
                  <a:pt x="4219" y="0"/>
                </a:lnTo>
                <a:lnTo>
                  <a:pt x="3277" y="38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23" name="任意多边形 22"/>
          <p:cNvSpPr/>
          <p:nvPr userDrawn="1">
            <p:custDataLst>
              <p:tags r:id="rId10"/>
            </p:custDataLst>
          </p:nvPr>
        </p:nvSpPr>
        <p:spPr>
          <a:xfrm>
            <a:off x="7186295" y="3466465"/>
            <a:ext cx="1864995" cy="1805940"/>
          </a:xfrm>
          <a:custGeom>
            <a:avLst/>
            <a:gdLst>
              <a:gd name="connisteX0" fmla="*/ 0 w 1397635"/>
              <a:gd name="connsiteY0" fmla="*/ 0 h 1353185"/>
              <a:gd name="connisteX1" fmla="*/ 0 w 1397635"/>
              <a:gd name="connsiteY1" fmla="*/ 473710 h 1353185"/>
              <a:gd name="connisteX2" fmla="*/ 1397635 w 1397635"/>
              <a:gd name="connsiteY2" fmla="*/ 1353185 h 1353185"/>
              <a:gd name="connisteX3" fmla="*/ 1397635 w 1397635"/>
              <a:gd name="connsiteY3" fmla="*/ 887730 h 1353185"/>
              <a:gd name="connisteX4" fmla="*/ 0 w 1397635"/>
              <a:gd name="connsiteY4" fmla="*/ 0 h 135318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97635" h="1353185">
                <a:moveTo>
                  <a:pt x="0" y="0"/>
                </a:moveTo>
                <a:lnTo>
                  <a:pt x="0" y="473710"/>
                </a:lnTo>
                <a:lnTo>
                  <a:pt x="1397635" y="1353185"/>
                </a:lnTo>
                <a:lnTo>
                  <a:pt x="1397635" y="88773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9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8100000" scaled="0"/>
          </a:gradFill>
          <a:ln>
            <a:noFill/>
          </a:ln>
          <a:effectLst>
            <a:outerShdw blurRad="889000" dist="190500" dir="8100000" algn="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25" name="任意多边形 24"/>
          <p:cNvSpPr/>
          <p:nvPr userDrawn="1">
            <p:custDataLst>
              <p:tags r:id="rId11"/>
            </p:custDataLst>
          </p:nvPr>
        </p:nvSpPr>
        <p:spPr>
          <a:xfrm>
            <a:off x="9048750" y="3679825"/>
            <a:ext cx="2304415" cy="1592580"/>
          </a:xfrm>
          <a:custGeom>
            <a:avLst/>
            <a:gdLst>
              <a:gd name="connsiteX0" fmla="*/ 0 w 23767"/>
              <a:gd name="connsiteY0" fmla="*/ 9957 h 16425"/>
              <a:gd name="connsiteX1" fmla="*/ 15 w 23767"/>
              <a:gd name="connsiteY1" fmla="*/ 16425 h 16425"/>
              <a:gd name="connsiteX2" fmla="*/ 23767 w 23767"/>
              <a:gd name="connsiteY2" fmla="*/ 6635 h 16425"/>
              <a:gd name="connsiteX3" fmla="*/ 23763 w 23767"/>
              <a:gd name="connsiteY3" fmla="*/ 0 h 16425"/>
              <a:gd name="connsiteX4" fmla="*/ 0 w 23767"/>
              <a:gd name="connsiteY4" fmla="*/ 9957 h 1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67" h="16425">
                <a:moveTo>
                  <a:pt x="0" y="9957"/>
                </a:moveTo>
                <a:lnTo>
                  <a:pt x="15" y="16425"/>
                </a:lnTo>
                <a:lnTo>
                  <a:pt x="23767" y="6635"/>
                </a:lnTo>
                <a:lnTo>
                  <a:pt x="23763" y="0"/>
                </a:lnTo>
                <a:lnTo>
                  <a:pt x="0" y="9957"/>
                </a:lnTo>
                <a:close/>
              </a:path>
            </a:pathLst>
          </a:custGeom>
          <a:gradFill>
            <a:gsLst>
              <a:gs pos="70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889000" dist="1905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12"/>
            </p:custDataLst>
          </p:nvPr>
        </p:nvSpPr>
        <p:spPr>
          <a:xfrm>
            <a:off x="8803640" y="2672080"/>
            <a:ext cx="466725" cy="951865"/>
          </a:xfrm>
          <a:custGeom>
            <a:avLst/>
            <a:gdLst>
              <a:gd name="connsiteX0" fmla="*/ 0 w 4816"/>
              <a:gd name="connsiteY0" fmla="*/ 0 h 9817"/>
              <a:gd name="connsiteX1" fmla="*/ 0 w 4816"/>
              <a:gd name="connsiteY1" fmla="*/ 6679 h 9817"/>
              <a:gd name="connsiteX2" fmla="*/ 4816 w 4816"/>
              <a:gd name="connsiteY2" fmla="*/ 9817 h 9817"/>
              <a:gd name="connsiteX3" fmla="*/ 4816 w 4816"/>
              <a:gd name="connsiteY3" fmla="*/ 2950 h 9817"/>
              <a:gd name="connsiteX4" fmla="*/ 0 w 4816"/>
              <a:gd name="connsiteY4" fmla="*/ 0 h 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6" h="9817">
                <a:moveTo>
                  <a:pt x="0" y="0"/>
                </a:moveTo>
                <a:lnTo>
                  <a:pt x="0" y="6679"/>
                </a:lnTo>
                <a:lnTo>
                  <a:pt x="4816" y="9817"/>
                </a:lnTo>
                <a:lnTo>
                  <a:pt x="4816" y="2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88900" dist="127000" dir="5400000" algn="t" rotWithShape="0">
              <a:srgbClr val="695AFF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3"/>
            </p:custDataLst>
          </p:nvPr>
        </p:nvSpPr>
        <p:spPr>
          <a:xfrm>
            <a:off x="9271000" y="2489835"/>
            <a:ext cx="1156970" cy="1121410"/>
          </a:xfrm>
          <a:custGeom>
            <a:avLst/>
            <a:gdLst>
              <a:gd name="connsiteX0" fmla="*/ 0 w 11932"/>
              <a:gd name="connsiteY0" fmla="*/ 4829 h 11566"/>
              <a:gd name="connsiteX1" fmla="*/ 11905 w 11932"/>
              <a:gd name="connsiteY1" fmla="*/ 0 h 11566"/>
              <a:gd name="connsiteX2" fmla="*/ 11932 w 11932"/>
              <a:gd name="connsiteY2" fmla="*/ 6684 h 11566"/>
              <a:gd name="connsiteX3" fmla="*/ 0 w 11932"/>
              <a:gd name="connsiteY3" fmla="*/ 11566 h 11566"/>
              <a:gd name="connsiteX4" fmla="*/ 0 w 11932"/>
              <a:gd name="connsiteY4" fmla="*/ 4829 h 1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2" h="11566">
                <a:moveTo>
                  <a:pt x="0" y="4829"/>
                </a:moveTo>
                <a:lnTo>
                  <a:pt x="11905" y="0"/>
                </a:lnTo>
                <a:lnTo>
                  <a:pt x="11932" y="6684"/>
                </a:lnTo>
                <a:lnTo>
                  <a:pt x="0" y="11566"/>
                </a:lnTo>
                <a:lnTo>
                  <a:pt x="0" y="482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14"/>
            </p:custDataLst>
          </p:nvPr>
        </p:nvSpPr>
        <p:spPr>
          <a:xfrm>
            <a:off x="8912860" y="2160270"/>
            <a:ext cx="471805" cy="468630"/>
          </a:xfrm>
          <a:custGeom>
            <a:avLst/>
            <a:gdLst>
              <a:gd name="connsiteX0" fmla="*/ 0 w 4869"/>
              <a:gd name="connsiteY0" fmla="*/ 0 h 4835"/>
              <a:gd name="connsiteX1" fmla="*/ 15 w 4869"/>
              <a:gd name="connsiteY1" fmla="*/ 4835 h 4835"/>
              <a:gd name="connsiteX2" fmla="*/ 4869 w 4869"/>
              <a:gd name="connsiteY2" fmla="*/ 2946 h 4835"/>
              <a:gd name="connsiteX3" fmla="*/ 0 w 4869"/>
              <a:gd name="connsiteY3" fmla="*/ 0 h 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9" h="4835">
                <a:moveTo>
                  <a:pt x="0" y="0"/>
                </a:moveTo>
                <a:lnTo>
                  <a:pt x="15" y="4835"/>
                </a:lnTo>
                <a:lnTo>
                  <a:pt x="4869" y="29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5"/>
            </p:custDataLst>
          </p:nvPr>
        </p:nvSpPr>
        <p:spPr>
          <a:xfrm>
            <a:off x="8583930" y="3228340"/>
            <a:ext cx="1629410" cy="762000"/>
          </a:xfrm>
          <a:custGeom>
            <a:avLst/>
            <a:gdLst>
              <a:gd name="connsiteX0" fmla="*/ 0 w 7462"/>
              <a:gd name="connsiteY0" fmla="*/ 2118 h 3488"/>
              <a:gd name="connsiteX1" fmla="*/ 2155 w 7462"/>
              <a:gd name="connsiteY1" fmla="*/ 3488 h 3488"/>
              <a:gd name="connsiteX2" fmla="*/ 7462 w 7462"/>
              <a:gd name="connsiteY2" fmla="*/ 1313 h 3488"/>
              <a:gd name="connsiteX3" fmla="*/ 5301 w 7462"/>
              <a:gd name="connsiteY3" fmla="*/ 0 h 3488"/>
              <a:gd name="connsiteX4" fmla="*/ 0 w 7462"/>
              <a:gd name="connsiteY4" fmla="*/ 2118 h 3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2" h="3488">
                <a:moveTo>
                  <a:pt x="0" y="2118"/>
                </a:moveTo>
                <a:lnTo>
                  <a:pt x="2155" y="3488"/>
                </a:lnTo>
                <a:lnTo>
                  <a:pt x="7462" y="1313"/>
                </a:lnTo>
                <a:lnTo>
                  <a:pt x="5301" y="0"/>
                </a:lnTo>
                <a:lnTo>
                  <a:pt x="0" y="211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5" name="任意多边形 14"/>
          <p:cNvSpPr/>
          <p:nvPr userDrawn="1">
            <p:custDataLst>
              <p:tags r:id="rId16"/>
            </p:custDataLst>
          </p:nvPr>
        </p:nvSpPr>
        <p:spPr>
          <a:xfrm>
            <a:off x="9740265" y="3007360"/>
            <a:ext cx="1044575" cy="511175"/>
          </a:xfrm>
          <a:custGeom>
            <a:avLst/>
            <a:gdLst>
              <a:gd name="connsiteX0" fmla="*/ 0 w 2573"/>
              <a:gd name="connsiteY0" fmla="*/ 545 h 1259"/>
              <a:gd name="connsiteX1" fmla="*/ 1159 w 2573"/>
              <a:gd name="connsiteY1" fmla="*/ 1259 h 1259"/>
              <a:gd name="connsiteX2" fmla="*/ 2573 w 2573"/>
              <a:gd name="connsiteY2" fmla="*/ 689 h 1259"/>
              <a:gd name="connsiteX3" fmla="*/ 1428 w 2573"/>
              <a:gd name="connsiteY3" fmla="*/ 0 h 1259"/>
              <a:gd name="connsiteX4" fmla="*/ 0 w 2573"/>
              <a:gd name="connsiteY4" fmla="*/ 545 h 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3" h="1259">
                <a:moveTo>
                  <a:pt x="0" y="545"/>
                </a:moveTo>
                <a:lnTo>
                  <a:pt x="1159" y="1259"/>
                </a:lnTo>
                <a:lnTo>
                  <a:pt x="2573" y="689"/>
                </a:lnTo>
                <a:lnTo>
                  <a:pt x="1428" y="0"/>
                </a:lnTo>
                <a:lnTo>
                  <a:pt x="0" y="545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6" name="任意多边形 15"/>
          <p:cNvSpPr/>
          <p:nvPr userDrawn="1">
            <p:custDataLst>
              <p:tags r:id="rId17"/>
            </p:custDataLst>
          </p:nvPr>
        </p:nvSpPr>
        <p:spPr>
          <a:xfrm>
            <a:off x="8582660" y="3689350"/>
            <a:ext cx="469265" cy="961390"/>
          </a:xfrm>
          <a:custGeom>
            <a:avLst/>
            <a:gdLst>
              <a:gd name="connsiteX0" fmla="*/ 7 w 2148"/>
              <a:gd name="connsiteY0" fmla="*/ 0 h 4401"/>
              <a:gd name="connsiteX1" fmla="*/ 0 w 2148"/>
              <a:gd name="connsiteY1" fmla="*/ 3036 h 4401"/>
              <a:gd name="connsiteX2" fmla="*/ 2139 w 2148"/>
              <a:gd name="connsiteY2" fmla="*/ 4401 h 4401"/>
              <a:gd name="connsiteX3" fmla="*/ 2148 w 2148"/>
              <a:gd name="connsiteY3" fmla="*/ 1372 h 4401"/>
              <a:gd name="connsiteX4" fmla="*/ 7 w 2148"/>
              <a:gd name="connsiteY4" fmla="*/ 0 h 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8" h="4401">
                <a:moveTo>
                  <a:pt x="7" y="0"/>
                </a:moveTo>
                <a:lnTo>
                  <a:pt x="0" y="3036"/>
                </a:lnTo>
                <a:lnTo>
                  <a:pt x="2139" y="4401"/>
                </a:lnTo>
                <a:lnTo>
                  <a:pt x="2148" y="1372"/>
                </a:lnTo>
                <a:lnTo>
                  <a:pt x="7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9" name="任意多边形 18"/>
          <p:cNvSpPr/>
          <p:nvPr userDrawn="1">
            <p:custDataLst>
              <p:tags r:id="rId18"/>
            </p:custDataLst>
          </p:nvPr>
        </p:nvSpPr>
        <p:spPr>
          <a:xfrm>
            <a:off x="10208260" y="3288030"/>
            <a:ext cx="576580" cy="871855"/>
          </a:xfrm>
          <a:custGeom>
            <a:avLst/>
            <a:gdLst>
              <a:gd name="connsiteX0" fmla="*/ 1 w 5950"/>
              <a:gd name="connsiteY0" fmla="*/ 2364 h 8990"/>
              <a:gd name="connsiteX1" fmla="*/ 0 w 5950"/>
              <a:gd name="connsiteY1" fmla="*/ 8990 h 8990"/>
              <a:gd name="connsiteX2" fmla="*/ 5927 w 5950"/>
              <a:gd name="connsiteY2" fmla="*/ 6496 h 8990"/>
              <a:gd name="connsiteX3" fmla="*/ 5950 w 5950"/>
              <a:gd name="connsiteY3" fmla="*/ 0 h 8990"/>
              <a:gd name="connsiteX4" fmla="*/ 1 w 5950"/>
              <a:gd name="connsiteY4" fmla="*/ 2364 h 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0" h="8990">
                <a:moveTo>
                  <a:pt x="1" y="2364"/>
                </a:moveTo>
                <a:lnTo>
                  <a:pt x="0" y="8990"/>
                </a:lnTo>
                <a:lnTo>
                  <a:pt x="5927" y="6496"/>
                </a:lnTo>
                <a:lnTo>
                  <a:pt x="5950" y="0"/>
                </a:lnTo>
                <a:lnTo>
                  <a:pt x="1" y="2364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21" name="任意多边形 20"/>
          <p:cNvSpPr/>
          <p:nvPr userDrawn="1">
            <p:custDataLst>
              <p:tags r:id="rId19"/>
            </p:custDataLst>
          </p:nvPr>
        </p:nvSpPr>
        <p:spPr>
          <a:xfrm>
            <a:off x="9050655" y="3517265"/>
            <a:ext cx="1157605" cy="1131570"/>
          </a:xfrm>
          <a:custGeom>
            <a:avLst/>
            <a:gdLst>
              <a:gd name="connsiteX0" fmla="*/ 16 w 11943"/>
              <a:gd name="connsiteY0" fmla="*/ 4862 h 11667"/>
              <a:gd name="connsiteX1" fmla="*/ 0 w 11943"/>
              <a:gd name="connsiteY1" fmla="*/ 11667 h 11667"/>
              <a:gd name="connsiteX2" fmla="*/ 11937 w 11943"/>
              <a:gd name="connsiteY2" fmla="*/ 6630 h 11667"/>
              <a:gd name="connsiteX3" fmla="*/ 11943 w 11943"/>
              <a:gd name="connsiteY3" fmla="*/ 0 h 11667"/>
              <a:gd name="connsiteX4" fmla="*/ 16 w 11943"/>
              <a:gd name="connsiteY4" fmla="*/ 4862 h 1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43" h="11667">
                <a:moveTo>
                  <a:pt x="16" y="4862"/>
                </a:moveTo>
                <a:lnTo>
                  <a:pt x="0" y="11667"/>
                </a:lnTo>
                <a:lnTo>
                  <a:pt x="11937" y="6630"/>
                </a:lnTo>
                <a:lnTo>
                  <a:pt x="11943" y="0"/>
                </a:lnTo>
                <a:lnTo>
                  <a:pt x="16" y="4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iSans Medium" panose="00000600000000000000" charset="-122"/>
            </a:endParaRPr>
          </a:p>
        </p:txBody>
      </p:sp>
      <p:sp>
        <p:nvSpPr>
          <p:cNvPr id="26" name="椭圆 25"/>
          <p:cNvSpPr/>
          <p:nvPr userDrawn="1">
            <p:custDataLst>
              <p:tags r:id="rId20"/>
            </p:custDataLst>
          </p:nvPr>
        </p:nvSpPr>
        <p:spPr>
          <a:xfrm>
            <a:off x="7956550" y="3408680"/>
            <a:ext cx="499110" cy="24765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4" name="矩形 53"/>
          <p:cNvSpPr/>
          <p:nvPr userDrawn="1">
            <p:custDataLst>
              <p:tags r:id="rId21"/>
            </p:custDataLst>
          </p:nvPr>
        </p:nvSpPr>
        <p:spPr>
          <a:xfrm>
            <a:off x="11439525" y="466090"/>
            <a:ext cx="179705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矩形 54"/>
          <p:cNvSpPr/>
          <p:nvPr userDrawn="1">
            <p:custDataLst>
              <p:tags r:id="rId22"/>
            </p:custDataLst>
          </p:nvPr>
        </p:nvSpPr>
        <p:spPr>
          <a:xfrm>
            <a:off x="11330940" y="567690"/>
            <a:ext cx="288290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47" name="任意多边形 46"/>
          <p:cNvSpPr/>
          <p:nvPr userDrawn="1">
            <p:custDataLst>
              <p:tags r:id="rId23"/>
            </p:custDataLst>
          </p:nvPr>
        </p:nvSpPr>
        <p:spPr>
          <a:xfrm>
            <a:off x="6518910" y="2319655"/>
            <a:ext cx="1684655" cy="1059180"/>
          </a:xfrm>
          <a:custGeom>
            <a:avLst/>
            <a:gdLst>
              <a:gd name="connsiteX0" fmla="*/ 0 w 2652"/>
              <a:gd name="connsiteY0" fmla="*/ 324 h 1667"/>
              <a:gd name="connsiteX1" fmla="*/ 986 w 2652"/>
              <a:gd name="connsiteY1" fmla="*/ 2 h 1667"/>
              <a:gd name="connsiteX2" fmla="*/ 2652 w 2652"/>
              <a:gd name="connsiteY2" fmla="*/ 1668 h 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3" h="1668">
                <a:moveTo>
                  <a:pt x="0" y="324"/>
                </a:moveTo>
                <a:cubicBezTo>
                  <a:pt x="206" y="146"/>
                  <a:pt x="704" y="-20"/>
                  <a:pt x="986" y="2"/>
                </a:cubicBezTo>
                <a:cubicBezTo>
                  <a:pt x="1921" y="-27"/>
                  <a:pt x="2675" y="829"/>
                  <a:pt x="2652" y="1668"/>
                </a:cubicBezTo>
              </a:path>
            </a:pathLst>
          </a:custGeom>
          <a:noFill/>
          <a:ln w="9525">
            <a:gradFill>
              <a:gsLst>
                <a:gs pos="100000">
                  <a:schemeClr val="bg1"/>
                </a:gs>
                <a:gs pos="90000">
                  <a:schemeClr val="accent1"/>
                </a:gs>
              </a:gsLst>
              <a:lin ang="0" scaled="1"/>
            </a:gradFill>
            <a:prstDash val="sysDash"/>
            <a:round/>
            <a:headEnd type="none"/>
            <a:tailEnd type="stealth" w="lg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7" name="椭圆 56"/>
          <p:cNvSpPr/>
          <p:nvPr userDrawn="1">
            <p:custDataLst>
              <p:tags r:id="rId24"/>
            </p:custDataLst>
          </p:nvPr>
        </p:nvSpPr>
        <p:spPr>
          <a:xfrm>
            <a:off x="828675" y="3989070"/>
            <a:ext cx="118110" cy="118110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8" name="椭圆 57"/>
          <p:cNvSpPr/>
          <p:nvPr userDrawn="1">
            <p:custDataLst>
              <p:tags r:id="rId25"/>
            </p:custDataLst>
          </p:nvPr>
        </p:nvSpPr>
        <p:spPr>
          <a:xfrm>
            <a:off x="1057275" y="3989070"/>
            <a:ext cx="118110" cy="11811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9" name="椭圆 58"/>
          <p:cNvSpPr/>
          <p:nvPr userDrawn="1">
            <p:custDataLst>
              <p:tags r:id="rId26"/>
            </p:custDataLst>
          </p:nvPr>
        </p:nvSpPr>
        <p:spPr>
          <a:xfrm>
            <a:off x="1285875" y="3989070"/>
            <a:ext cx="118110" cy="11811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60" name="直接连接符 59"/>
          <p:cNvCxnSpPr/>
          <p:nvPr userDrawn="1">
            <p:custDataLst>
              <p:tags r:id="rId27"/>
            </p:custDataLst>
          </p:nvPr>
        </p:nvCxnSpPr>
        <p:spPr>
          <a:xfrm>
            <a:off x="1512570" y="4052570"/>
            <a:ext cx="3858260" cy="0"/>
          </a:xfrm>
          <a:prstGeom prst="line">
            <a:avLst/>
          </a:prstGeom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 userDrawn="1">
            <p:custDataLst>
              <p:tags r:id="rId28"/>
            </p:custDataLst>
          </p:nvPr>
        </p:nvSpPr>
        <p:spPr>
          <a:xfrm>
            <a:off x="6227445" y="2469709"/>
            <a:ext cx="489074" cy="489107"/>
          </a:xfrm>
          <a:prstGeom prst="ellipse">
            <a:avLst/>
          </a:prstGeom>
          <a:gradFill>
            <a:gsLst>
              <a:gs pos="5000">
                <a:schemeClr val="accent4"/>
              </a:gs>
              <a:gs pos="37000">
                <a:schemeClr val="accent6"/>
              </a:gs>
              <a:gs pos="20000">
                <a:schemeClr val="accent6">
                  <a:lumMod val="95000"/>
                </a:schemeClr>
              </a:gs>
              <a:gs pos="64000">
                <a:schemeClr val="accent6">
                  <a:lumMod val="60000"/>
                  <a:lumOff val="40000"/>
                </a:schemeClr>
              </a:gs>
            </a:gsLst>
            <a:lin ang="18720000" scaled="0"/>
          </a:gradFill>
          <a:ln>
            <a:noFill/>
          </a:ln>
          <a:effectLst>
            <a:innerShdw blurRad="114300">
              <a:schemeClr val="accent6">
                <a:alpha val="80000"/>
              </a:scheme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3" name="任意多边形 2"/>
          <p:cNvSpPr/>
          <p:nvPr userDrawn="1">
            <p:custDataLst>
              <p:tags r:id="rId29"/>
            </p:custDataLst>
          </p:nvPr>
        </p:nvSpPr>
        <p:spPr>
          <a:xfrm>
            <a:off x="8803640" y="1952625"/>
            <a:ext cx="1621155" cy="1005840"/>
          </a:xfrm>
          <a:custGeom>
            <a:avLst/>
            <a:gdLst>
              <a:gd name="connsiteX0" fmla="*/ 0 w 1913"/>
              <a:gd name="connsiteY0" fmla="*/ 850 h 1187"/>
              <a:gd name="connsiteX1" fmla="*/ 669 w 1913"/>
              <a:gd name="connsiteY1" fmla="*/ 577 h 1187"/>
              <a:gd name="connsiteX2" fmla="*/ 128 w 1913"/>
              <a:gd name="connsiteY2" fmla="*/ 245 h 1187"/>
              <a:gd name="connsiteX3" fmla="*/ 809 w 1913"/>
              <a:gd name="connsiteY3" fmla="*/ 0 h 1187"/>
              <a:gd name="connsiteX4" fmla="*/ 1913 w 1913"/>
              <a:gd name="connsiteY4" fmla="*/ 635 h 1187"/>
              <a:gd name="connsiteX5" fmla="*/ 552 w 1913"/>
              <a:gd name="connsiteY5" fmla="*/ 1187 h 1187"/>
              <a:gd name="connsiteX6" fmla="*/ 0 w 1913"/>
              <a:gd name="connsiteY6" fmla="*/ 850 h 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3" h="1187">
                <a:moveTo>
                  <a:pt x="0" y="850"/>
                </a:moveTo>
                <a:lnTo>
                  <a:pt x="669" y="577"/>
                </a:lnTo>
                <a:lnTo>
                  <a:pt x="128" y="245"/>
                </a:lnTo>
                <a:lnTo>
                  <a:pt x="809" y="0"/>
                </a:lnTo>
                <a:lnTo>
                  <a:pt x="1913" y="635"/>
                </a:lnTo>
                <a:lnTo>
                  <a:pt x="552" y="1187"/>
                </a:lnTo>
                <a:lnTo>
                  <a:pt x="0" y="8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30"/>
            </p:custDataLst>
          </p:nvPr>
        </p:nvSpPr>
        <p:spPr>
          <a:xfrm>
            <a:off x="8803640" y="1952625"/>
            <a:ext cx="1621155" cy="1005840"/>
          </a:xfrm>
          <a:custGeom>
            <a:avLst/>
            <a:gdLst>
              <a:gd name="connsiteX0" fmla="*/ 0 w 1913"/>
              <a:gd name="connsiteY0" fmla="*/ 850 h 1187"/>
              <a:gd name="connsiteX1" fmla="*/ 669 w 1913"/>
              <a:gd name="connsiteY1" fmla="*/ 577 h 1187"/>
              <a:gd name="connsiteX2" fmla="*/ 128 w 1913"/>
              <a:gd name="connsiteY2" fmla="*/ 245 h 1187"/>
              <a:gd name="connsiteX3" fmla="*/ 809 w 1913"/>
              <a:gd name="connsiteY3" fmla="*/ 0 h 1187"/>
              <a:gd name="connsiteX4" fmla="*/ 1913 w 1913"/>
              <a:gd name="connsiteY4" fmla="*/ 635 h 1187"/>
              <a:gd name="connsiteX5" fmla="*/ 552 w 1913"/>
              <a:gd name="connsiteY5" fmla="*/ 1187 h 1187"/>
              <a:gd name="connsiteX6" fmla="*/ 0 w 1913"/>
              <a:gd name="connsiteY6" fmla="*/ 850 h 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3" h="1187">
                <a:moveTo>
                  <a:pt x="0" y="850"/>
                </a:moveTo>
                <a:lnTo>
                  <a:pt x="669" y="577"/>
                </a:lnTo>
                <a:lnTo>
                  <a:pt x="128" y="245"/>
                </a:lnTo>
                <a:lnTo>
                  <a:pt x="809" y="0"/>
                </a:lnTo>
                <a:lnTo>
                  <a:pt x="1913" y="635"/>
                </a:lnTo>
                <a:lnTo>
                  <a:pt x="552" y="1187"/>
                </a:lnTo>
                <a:lnTo>
                  <a:pt x="0" y="850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55503" y="54805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8" name="椭圆 87"/>
          <p:cNvSpPr/>
          <p:nvPr userDrawn="1">
            <p:custDataLst>
              <p:tags r:id="rId6"/>
            </p:custDataLst>
          </p:nvPr>
        </p:nvSpPr>
        <p:spPr>
          <a:xfrm rot="10800000">
            <a:off x="6264910" y="5895975"/>
            <a:ext cx="118110" cy="11811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89" name="椭圆 88"/>
          <p:cNvSpPr/>
          <p:nvPr userDrawn="1">
            <p:custDataLst>
              <p:tags r:id="rId7"/>
            </p:custDataLst>
          </p:nvPr>
        </p:nvSpPr>
        <p:spPr>
          <a:xfrm rot="10800000">
            <a:off x="6036310" y="5895975"/>
            <a:ext cx="118110" cy="11811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90" name="椭圆 89"/>
          <p:cNvSpPr/>
          <p:nvPr userDrawn="1">
            <p:custDataLst>
              <p:tags r:id="rId8"/>
            </p:custDataLst>
          </p:nvPr>
        </p:nvSpPr>
        <p:spPr>
          <a:xfrm rot="10800000">
            <a:off x="5807710" y="5895975"/>
            <a:ext cx="118110" cy="11811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5" name="直接连接符 4"/>
          <p:cNvCxnSpPr/>
          <p:nvPr userDrawn="1">
            <p:custDataLst>
              <p:tags r:id="rId9"/>
            </p:custDataLst>
          </p:nvPr>
        </p:nvCxnSpPr>
        <p:spPr>
          <a:xfrm>
            <a:off x="641985" y="5955030"/>
            <a:ext cx="4785995" cy="0"/>
          </a:xfrm>
          <a:prstGeom prst="line">
            <a:avLst/>
          </a:prstGeom>
          <a:ln w="3175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>
            <p:custDataLst>
              <p:tags r:id="rId10"/>
            </p:custDataLst>
          </p:nvPr>
        </p:nvCxnSpPr>
        <p:spPr>
          <a:xfrm>
            <a:off x="6711315" y="5955030"/>
            <a:ext cx="4785995" cy="0"/>
          </a:xfrm>
          <a:prstGeom prst="line">
            <a:avLst/>
          </a:prstGeom>
          <a:ln w="3175"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064250" y="2980055"/>
            <a:ext cx="5554980" cy="948055"/>
          </a:xfrm>
        </p:spPr>
        <p:txBody>
          <a:bodyPr wrap="square" anchor="ctr" anchorCtr="0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64250" y="3959860"/>
            <a:ext cx="5554980" cy="935990"/>
          </a:xfrm>
        </p:spPr>
        <p:txBody>
          <a:bodyPr wrap="square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061710" y="1741805"/>
            <a:ext cx="5554980" cy="1224280"/>
          </a:xfrm>
        </p:spPr>
        <p:txBody>
          <a:bodyPr wrap="none" anchor="ctr">
            <a:normAutofit/>
          </a:bodyPr>
          <a:lstStyle>
            <a:lvl1pPr marL="0" indent="0" algn="l">
              <a:buNone/>
              <a:defRPr sz="5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57" name="椭圆 56"/>
          <p:cNvSpPr/>
          <p:nvPr userDrawn="1">
            <p:custDataLst>
              <p:tags r:id="rId8"/>
            </p:custDataLst>
          </p:nvPr>
        </p:nvSpPr>
        <p:spPr>
          <a:xfrm rot="16200000">
            <a:off x="11541760" y="5942965"/>
            <a:ext cx="118110" cy="118110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8" name="椭圆 57"/>
          <p:cNvSpPr/>
          <p:nvPr userDrawn="1">
            <p:custDataLst>
              <p:tags r:id="rId9"/>
            </p:custDataLst>
          </p:nvPr>
        </p:nvSpPr>
        <p:spPr>
          <a:xfrm rot="16200000">
            <a:off x="11541760" y="5714365"/>
            <a:ext cx="118110" cy="11811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59" name="椭圆 58"/>
          <p:cNvSpPr/>
          <p:nvPr userDrawn="1">
            <p:custDataLst>
              <p:tags r:id="rId10"/>
            </p:custDataLst>
          </p:nvPr>
        </p:nvSpPr>
        <p:spPr>
          <a:xfrm rot="16200000">
            <a:off x="11541760" y="5485765"/>
            <a:ext cx="118110" cy="11811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60" name="直接连接符 59"/>
          <p:cNvCxnSpPr/>
          <p:nvPr userDrawn="1">
            <p:custDataLst>
              <p:tags r:id="rId11"/>
            </p:custDataLst>
          </p:nvPr>
        </p:nvCxnSpPr>
        <p:spPr>
          <a:xfrm rot="16200000">
            <a:off x="9326880" y="3098800"/>
            <a:ext cx="4556125" cy="0"/>
          </a:xfrm>
          <a:prstGeom prst="line">
            <a:avLst/>
          </a:prstGeom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矩形 53"/>
          <p:cNvSpPr/>
          <p:nvPr userDrawn="1">
            <p:custDataLst>
              <p:tags r:id="rId12"/>
            </p:custDataLst>
          </p:nvPr>
        </p:nvSpPr>
        <p:spPr>
          <a:xfrm>
            <a:off x="11439525" y="466090"/>
            <a:ext cx="179705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矩形 54"/>
          <p:cNvSpPr/>
          <p:nvPr userDrawn="1">
            <p:custDataLst>
              <p:tags r:id="rId13"/>
            </p:custDataLst>
          </p:nvPr>
        </p:nvSpPr>
        <p:spPr>
          <a:xfrm>
            <a:off x="11330940" y="567690"/>
            <a:ext cx="288290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65" name="任意多边形 64"/>
          <p:cNvSpPr/>
          <p:nvPr userDrawn="1">
            <p:custDataLst>
              <p:tags r:id="rId14"/>
            </p:custDataLst>
          </p:nvPr>
        </p:nvSpPr>
        <p:spPr>
          <a:xfrm>
            <a:off x="1297940" y="3239135"/>
            <a:ext cx="3432810" cy="1556385"/>
          </a:xfrm>
          <a:custGeom>
            <a:avLst/>
            <a:gdLst>
              <a:gd name="connsiteX0" fmla="*/ 12150 w 23862"/>
              <a:gd name="connsiteY0" fmla="*/ 0 h 10818"/>
              <a:gd name="connsiteX1" fmla="*/ 23862 w 23862"/>
              <a:gd name="connsiteY1" fmla="*/ 5375 h 10818"/>
              <a:gd name="connsiteX2" fmla="*/ 11917 w 23862"/>
              <a:gd name="connsiteY2" fmla="*/ 10818 h 10818"/>
              <a:gd name="connsiteX3" fmla="*/ 0 w 23862"/>
              <a:gd name="connsiteY3" fmla="*/ 5347 h 10818"/>
              <a:gd name="connsiteX4" fmla="*/ 8995 w 23862"/>
              <a:gd name="connsiteY4" fmla="*/ 2970 h 10818"/>
              <a:gd name="connsiteX5" fmla="*/ 11881 w 23862"/>
              <a:gd name="connsiteY5" fmla="*/ 1601 h 10818"/>
              <a:gd name="connsiteX6" fmla="*/ 10184 w 23862"/>
              <a:gd name="connsiteY6" fmla="*/ 826 h 10818"/>
              <a:gd name="connsiteX7" fmla="*/ 12150 w 23862"/>
              <a:gd name="connsiteY7" fmla="*/ 0 h 1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62" h="10818">
                <a:moveTo>
                  <a:pt x="12150" y="0"/>
                </a:moveTo>
                <a:lnTo>
                  <a:pt x="23862" y="5375"/>
                </a:lnTo>
                <a:lnTo>
                  <a:pt x="11917" y="10818"/>
                </a:lnTo>
                <a:lnTo>
                  <a:pt x="0" y="5347"/>
                </a:lnTo>
                <a:lnTo>
                  <a:pt x="8995" y="2970"/>
                </a:lnTo>
                <a:lnTo>
                  <a:pt x="11881" y="1601"/>
                </a:lnTo>
                <a:lnTo>
                  <a:pt x="10184" y="826"/>
                </a:lnTo>
                <a:lnTo>
                  <a:pt x="121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66" name="任意多边形 65"/>
          <p:cNvSpPr/>
          <p:nvPr userDrawn="1">
            <p:custDataLst>
              <p:tags r:id="rId15"/>
            </p:custDataLst>
          </p:nvPr>
        </p:nvSpPr>
        <p:spPr>
          <a:xfrm>
            <a:off x="1298575" y="4006850"/>
            <a:ext cx="1714500" cy="1327150"/>
          </a:xfrm>
          <a:custGeom>
            <a:avLst/>
            <a:gdLst>
              <a:gd name="connsiteX0" fmla="*/ 0 w 3479"/>
              <a:gd name="connsiteY0" fmla="*/ 0 h 2693"/>
              <a:gd name="connsiteX1" fmla="*/ 3479 w 3479"/>
              <a:gd name="connsiteY1" fmla="*/ 1602 h 2693"/>
              <a:gd name="connsiteX2" fmla="*/ 3478 w 3479"/>
              <a:gd name="connsiteY2" fmla="*/ 2693 h 2693"/>
              <a:gd name="connsiteX3" fmla="*/ 4 w 3479"/>
              <a:gd name="connsiteY3" fmla="*/ 1089 h 2693"/>
              <a:gd name="connsiteX4" fmla="*/ 0 w 3479"/>
              <a:gd name="connsiteY4" fmla="*/ 0 h 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9" h="2693">
                <a:moveTo>
                  <a:pt x="0" y="0"/>
                </a:moveTo>
                <a:lnTo>
                  <a:pt x="3479" y="1602"/>
                </a:lnTo>
                <a:lnTo>
                  <a:pt x="3478" y="2693"/>
                </a:lnTo>
                <a:lnTo>
                  <a:pt x="4" y="108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9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8100000" scaled="0"/>
          </a:gradFill>
          <a:ln>
            <a:noFill/>
          </a:ln>
          <a:effectLst>
            <a:outerShdw blurRad="889000" dist="190500" dir="8100000" algn="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67" name="任意多边形 66"/>
          <p:cNvSpPr/>
          <p:nvPr userDrawn="1">
            <p:custDataLst>
              <p:tags r:id="rId16"/>
            </p:custDataLst>
          </p:nvPr>
        </p:nvSpPr>
        <p:spPr>
          <a:xfrm>
            <a:off x="3011805" y="4010660"/>
            <a:ext cx="1715135" cy="1323340"/>
          </a:xfrm>
          <a:custGeom>
            <a:avLst/>
            <a:gdLst>
              <a:gd name="connsiteX0" fmla="*/ 0 w 12189"/>
              <a:gd name="connsiteY0" fmla="*/ 5580 h 9404"/>
              <a:gd name="connsiteX1" fmla="*/ 12189 w 12189"/>
              <a:gd name="connsiteY1" fmla="*/ 0 h 9404"/>
              <a:gd name="connsiteX2" fmla="*/ 12141 w 12189"/>
              <a:gd name="connsiteY2" fmla="*/ 3808 h 9404"/>
              <a:gd name="connsiteX3" fmla="*/ 0 w 12189"/>
              <a:gd name="connsiteY3" fmla="*/ 9404 h 9404"/>
              <a:gd name="connsiteX4" fmla="*/ 0 w 12189"/>
              <a:gd name="connsiteY4" fmla="*/ 5580 h 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9" h="9404">
                <a:moveTo>
                  <a:pt x="0" y="5580"/>
                </a:moveTo>
                <a:lnTo>
                  <a:pt x="12189" y="0"/>
                </a:lnTo>
                <a:lnTo>
                  <a:pt x="12141" y="3808"/>
                </a:lnTo>
                <a:lnTo>
                  <a:pt x="0" y="9404"/>
                </a:lnTo>
                <a:lnTo>
                  <a:pt x="0" y="5580"/>
                </a:lnTo>
                <a:close/>
              </a:path>
            </a:pathLst>
          </a:custGeom>
          <a:gradFill>
            <a:gsLst>
              <a:gs pos="70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889000" dist="1905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68" name="椭圆 67"/>
          <p:cNvSpPr/>
          <p:nvPr userDrawn="1">
            <p:custDataLst>
              <p:tags r:id="rId17"/>
            </p:custDataLst>
          </p:nvPr>
        </p:nvSpPr>
        <p:spPr>
          <a:xfrm>
            <a:off x="2823210" y="4303395"/>
            <a:ext cx="398780" cy="19431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69" name="任意多边形 68"/>
          <p:cNvSpPr/>
          <p:nvPr userDrawn="1">
            <p:custDataLst>
              <p:tags r:id="rId18"/>
            </p:custDataLst>
          </p:nvPr>
        </p:nvSpPr>
        <p:spPr>
          <a:xfrm>
            <a:off x="1297940" y="3082290"/>
            <a:ext cx="1710690" cy="584835"/>
          </a:xfrm>
          <a:custGeom>
            <a:avLst/>
            <a:gdLst>
              <a:gd name="connsiteX0" fmla="*/ 0 w 2937"/>
              <a:gd name="connsiteY0" fmla="*/ 663 h 1004"/>
              <a:gd name="connsiteX1" fmla="*/ 1469 w 2937"/>
              <a:gd name="connsiteY1" fmla="*/ 0 h 1004"/>
              <a:gd name="connsiteX2" fmla="*/ 2937 w 2937"/>
              <a:gd name="connsiteY2" fmla="*/ 666 h 1004"/>
              <a:gd name="connsiteX3" fmla="*/ 2215 w 2937"/>
              <a:gd name="connsiteY3" fmla="*/ 1001 h 1004"/>
              <a:gd name="connsiteX4" fmla="*/ 1472 w 2937"/>
              <a:gd name="connsiteY4" fmla="*/ 666 h 1004"/>
              <a:gd name="connsiteX5" fmla="*/ 726 w 2937"/>
              <a:gd name="connsiteY5" fmla="*/ 1004 h 1004"/>
              <a:gd name="connsiteX6" fmla="*/ 0 w 2937"/>
              <a:gd name="connsiteY6" fmla="*/ 663 h 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7" h="1004">
                <a:moveTo>
                  <a:pt x="0" y="663"/>
                </a:moveTo>
                <a:lnTo>
                  <a:pt x="1469" y="0"/>
                </a:lnTo>
                <a:lnTo>
                  <a:pt x="2937" y="666"/>
                </a:lnTo>
                <a:lnTo>
                  <a:pt x="2215" y="1001"/>
                </a:lnTo>
                <a:lnTo>
                  <a:pt x="1472" y="666"/>
                </a:lnTo>
                <a:lnTo>
                  <a:pt x="726" y="1004"/>
                </a:lnTo>
                <a:lnTo>
                  <a:pt x="0" y="6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0" name="任意多边形 69"/>
          <p:cNvSpPr/>
          <p:nvPr userDrawn="1">
            <p:custDataLst>
              <p:tags r:id="rId19"/>
            </p:custDataLst>
          </p:nvPr>
        </p:nvSpPr>
        <p:spPr>
          <a:xfrm>
            <a:off x="1297940" y="3469640"/>
            <a:ext cx="428625" cy="737870"/>
          </a:xfrm>
          <a:custGeom>
            <a:avLst/>
            <a:gdLst>
              <a:gd name="connsiteX0" fmla="*/ 0 w 3046"/>
              <a:gd name="connsiteY0" fmla="*/ 0 h 5242"/>
              <a:gd name="connsiteX1" fmla="*/ 3010 w 3046"/>
              <a:gd name="connsiteY1" fmla="*/ 1410 h 5242"/>
              <a:gd name="connsiteX2" fmla="*/ 3046 w 3046"/>
              <a:gd name="connsiteY2" fmla="*/ 5242 h 5242"/>
              <a:gd name="connsiteX3" fmla="*/ 0 w 3046"/>
              <a:gd name="connsiteY3" fmla="*/ 3851 h 5242"/>
              <a:gd name="connsiteX4" fmla="*/ 0 w 3046"/>
              <a:gd name="connsiteY4" fmla="*/ 0 h 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6" h="5242">
                <a:moveTo>
                  <a:pt x="0" y="0"/>
                </a:moveTo>
                <a:lnTo>
                  <a:pt x="3010" y="1410"/>
                </a:lnTo>
                <a:lnTo>
                  <a:pt x="3046" y="5242"/>
                </a:lnTo>
                <a:lnTo>
                  <a:pt x="0" y="385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1" name="任意多边形 70"/>
          <p:cNvSpPr/>
          <p:nvPr userDrawn="1">
            <p:custDataLst>
              <p:tags r:id="rId20"/>
            </p:custDataLst>
          </p:nvPr>
        </p:nvSpPr>
        <p:spPr>
          <a:xfrm>
            <a:off x="1721485" y="3471545"/>
            <a:ext cx="433070" cy="735330"/>
          </a:xfrm>
          <a:custGeom>
            <a:avLst/>
            <a:gdLst>
              <a:gd name="connsiteX0" fmla="*/ 0 w 3012"/>
              <a:gd name="connsiteY0" fmla="*/ 1363 h 5114"/>
              <a:gd name="connsiteX1" fmla="*/ 37 w 3012"/>
              <a:gd name="connsiteY1" fmla="*/ 5114 h 5114"/>
              <a:gd name="connsiteX2" fmla="*/ 2999 w 3012"/>
              <a:gd name="connsiteY2" fmla="*/ 3704 h 5114"/>
              <a:gd name="connsiteX3" fmla="*/ 3012 w 3012"/>
              <a:gd name="connsiteY3" fmla="*/ 0 h 5114"/>
              <a:gd name="connsiteX4" fmla="*/ 0 w 3012"/>
              <a:gd name="connsiteY4" fmla="*/ 1363 h 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2" h="5114">
                <a:moveTo>
                  <a:pt x="0" y="1363"/>
                </a:moveTo>
                <a:lnTo>
                  <a:pt x="37" y="5114"/>
                </a:lnTo>
                <a:lnTo>
                  <a:pt x="2999" y="3704"/>
                </a:lnTo>
                <a:lnTo>
                  <a:pt x="3012" y="0"/>
                </a:lnTo>
                <a:lnTo>
                  <a:pt x="0" y="1363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</a:schemeClr>
              </a:gs>
              <a:gs pos="100000">
                <a:schemeClr val="accent3">
                  <a:lumMod val="95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38100" dir="2700000" sx="98000" sy="98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2" name="任意多边形 71"/>
          <p:cNvSpPr/>
          <p:nvPr userDrawn="1">
            <p:custDataLst>
              <p:tags r:id="rId21"/>
            </p:custDataLst>
          </p:nvPr>
        </p:nvSpPr>
        <p:spPr>
          <a:xfrm>
            <a:off x="2153285" y="3470910"/>
            <a:ext cx="434975" cy="734695"/>
          </a:xfrm>
          <a:custGeom>
            <a:avLst/>
            <a:gdLst>
              <a:gd name="connsiteX0" fmla="*/ 10 w 3025"/>
              <a:gd name="connsiteY0" fmla="*/ 0 h 5106"/>
              <a:gd name="connsiteX1" fmla="*/ 3025 w 3025"/>
              <a:gd name="connsiteY1" fmla="*/ 1354 h 5106"/>
              <a:gd name="connsiteX2" fmla="*/ 2990 w 3025"/>
              <a:gd name="connsiteY2" fmla="*/ 5106 h 5106"/>
              <a:gd name="connsiteX3" fmla="*/ 0 w 3025"/>
              <a:gd name="connsiteY3" fmla="*/ 3708 h 5106"/>
              <a:gd name="connsiteX4" fmla="*/ 10 w 3025"/>
              <a:gd name="connsiteY4" fmla="*/ 0 h 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" h="5106">
                <a:moveTo>
                  <a:pt x="10" y="0"/>
                </a:moveTo>
                <a:lnTo>
                  <a:pt x="3025" y="1354"/>
                </a:lnTo>
                <a:lnTo>
                  <a:pt x="2990" y="5106"/>
                </a:lnTo>
                <a:lnTo>
                  <a:pt x="0" y="3708"/>
                </a:lnTo>
                <a:lnTo>
                  <a:pt x="1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3" name="任意多边形 72"/>
          <p:cNvSpPr/>
          <p:nvPr userDrawn="1">
            <p:custDataLst>
              <p:tags r:id="rId22"/>
            </p:custDataLst>
          </p:nvPr>
        </p:nvSpPr>
        <p:spPr>
          <a:xfrm>
            <a:off x="2583815" y="3470275"/>
            <a:ext cx="425450" cy="735330"/>
          </a:xfrm>
          <a:custGeom>
            <a:avLst/>
            <a:gdLst>
              <a:gd name="connsiteX0" fmla="*/ 34 w 2960"/>
              <a:gd name="connsiteY0" fmla="*/ 1359 h 5111"/>
              <a:gd name="connsiteX1" fmla="*/ 0 w 2960"/>
              <a:gd name="connsiteY1" fmla="*/ 5111 h 5111"/>
              <a:gd name="connsiteX2" fmla="*/ 2960 w 2960"/>
              <a:gd name="connsiteY2" fmla="*/ 3732 h 5111"/>
              <a:gd name="connsiteX3" fmla="*/ 2940 w 2960"/>
              <a:gd name="connsiteY3" fmla="*/ 0 h 5111"/>
              <a:gd name="connsiteX4" fmla="*/ 34 w 2960"/>
              <a:gd name="connsiteY4" fmla="*/ 1359 h 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0" h="5111">
                <a:moveTo>
                  <a:pt x="34" y="1359"/>
                </a:moveTo>
                <a:lnTo>
                  <a:pt x="0" y="5111"/>
                </a:lnTo>
                <a:lnTo>
                  <a:pt x="2960" y="3732"/>
                </a:lnTo>
                <a:lnTo>
                  <a:pt x="2940" y="0"/>
                </a:lnTo>
                <a:lnTo>
                  <a:pt x="34" y="1359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</a:schemeClr>
              </a:gs>
              <a:gs pos="100000">
                <a:schemeClr val="accent3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4" name="任意多边形 73"/>
          <p:cNvSpPr/>
          <p:nvPr userDrawn="1">
            <p:custDataLst>
              <p:tags r:id="rId23"/>
            </p:custDataLst>
          </p:nvPr>
        </p:nvSpPr>
        <p:spPr>
          <a:xfrm>
            <a:off x="3441065" y="3082290"/>
            <a:ext cx="1282700" cy="590550"/>
          </a:xfrm>
          <a:custGeom>
            <a:avLst/>
            <a:gdLst>
              <a:gd name="connisteX0" fmla="*/ 0 w 5788660"/>
              <a:gd name="connsiteY0" fmla="*/ 880745 h 2664460"/>
              <a:gd name="connisteX1" fmla="*/ 1942465 w 5788660"/>
              <a:gd name="connsiteY1" fmla="*/ 0 h 2664460"/>
              <a:gd name="connisteX2" fmla="*/ 5788660 w 5788660"/>
              <a:gd name="connsiteY2" fmla="*/ 1753870 h 2664460"/>
              <a:gd name="connisteX3" fmla="*/ 3869055 w 5788660"/>
              <a:gd name="connsiteY3" fmla="*/ 2664460 h 2664460"/>
              <a:gd name="connisteX4" fmla="*/ 0 w 5788660"/>
              <a:gd name="connsiteY4" fmla="*/ 880745 h 26644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88660" h="2664460">
                <a:moveTo>
                  <a:pt x="0" y="880745"/>
                </a:moveTo>
                <a:lnTo>
                  <a:pt x="1942465" y="0"/>
                </a:lnTo>
                <a:lnTo>
                  <a:pt x="5788660" y="1753870"/>
                </a:lnTo>
                <a:lnTo>
                  <a:pt x="3869055" y="2664460"/>
                </a:lnTo>
                <a:lnTo>
                  <a:pt x="0" y="88074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sx="5000" sy="5000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5" name="任意多边形 74"/>
          <p:cNvSpPr/>
          <p:nvPr userDrawn="1">
            <p:custDataLst>
              <p:tags r:id="rId24"/>
            </p:custDataLst>
          </p:nvPr>
        </p:nvSpPr>
        <p:spPr>
          <a:xfrm>
            <a:off x="4297680" y="3469640"/>
            <a:ext cx="429260" cy="738505"/>
          </a:xfrm>
          <a:custGeom>
            <a:avLst/>
            <a:gdLst>
              <a:gd name="connsiteX0" fmla="*/ 6 w 2984"/>
              <a:gd name="connsiteY0" fmla="*/ 1401 h 5135"/>
              <a:gd name="connsiteX1" fmla="*/ 0 w 2984"/>
              <a:gd name="connsiteY1" fmla="*/ 5135 h 5135"/>
              <a:gd name="connsiteX2" fmla="*/ 2984 w 2984"/>
              <a:gd name="connsiteY2" fmla="*/ 3765 h 5135"/>
              <a:gd name="connsiteX3" fmla="*/ 2960 w 2984"/>
              <a:gd name="connsiteY3" fmla="*/ 0 h 5135"/>
              <a:gd name="connsiteX4" fmla="*/ 6 w 2984"/>
              <a:gd name="connsiteY4" fmla="*/ 1401 h 5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4" h="5135">
                <a:moveTo>
                  <a:pt x="6" y="1401"/>
                </a:moveTo>
                <a:lnTo>
                  <a:pt x="0" y="5135"/>
                </a:lnTo>
                <a:lnTo>
                  <a:pt x="2984" y="3765"/>
                </a:lnTo>
                <a:lnTo>
                  <a:pt x="2960" y="0"/>
                </a:lnTo>
                <a:lnTo>
                  <a:pt x="6" y="140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</a:schemeClr>
              </a:gs>
              <a:gs pos="100000">
                <a:schemeClr val="accent2">
                  <a:lumMod val="9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6" name="任意多边形 75"/>
          <p:cNvSpPr/>
          <p:nvPr userDrawn="1">
            <p:custDataLst>
              <p:tags r:id="rId25"/>
            </p:custDataLst>
          </p:nvPr>
        </p:nvSpPr>
        <p:spPr>
          <a:xfrm>
            <a:off x="3438525" y="3276600"/>
            <a:ext cx="861060" cy="931545"/>
          </a:xfrm>
          <a:custGeom>
            <a:avLst/>
            <a:gdLst>
              <a:gd name="connsiteX0" fmla="*/ 30 w 5985"/>
              <a:gd name="connsiteY0" fmla="*/ 0 h 6474"/>
              <a:gd name="connsiteX1" fmla="*/ 5985 w 5985"/>
              <a:gd name="connsiteY1" fmla="*/ 2745 h 6474"/>
              <a:gd name="connsiteX2" fmla="*/ 5975 w 5985"/>
              <a:gd name="connsiteY2" fmla="*/ 6474 h 6474"/>
              <a:gd name="connsiteX3" fmla="*/ 0 w 5985"/>
              <a:gd name="connsiteY3" fmla="*/ 3750 h 6474"/>
              <a:gd name="connsiteX4" fmla="*/ 30 w 5985"/>
              <a:gd name="connsiteY4" fmla="*/ 0 h 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5" h="6474">
                <a:moveTo>
                  <a:pt x="30" y="0"/>
                </a:moveTo>
                <a:lnTo>
                  <a:pt x="5985" y="2745"/>
                </a:lnTo>
                <a:lnTo>
                  <a:pt x="5975" y="6474"/>
                </a:lnTo>
                <a:lnTo>
                  <a:pt x="0" y="3750"/>
                </a:lnTo>
                <a:lnTo>
                  <a:pt x="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26"/>
            </p:custDataLst>
          </p:nvPr>
        </p:nvGrpSpPr>
        <p:grpSpPr>
          <a:xfrm>
            <a:off x="2153285" y="1949450"/>
            <a:ext cx="857250" cy="934085"/>
            <a:chOff x="16642" y="9361"/>
            <a:chExt cx="1282" cy="1397"/>
          </a:xfrm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grpSpPr>
        <p:sp>
          <p:nvSpPr>
            <p:cNvPr id="20" name="任意多边形 19"/>
            <p:cNvSpPr/>
            <p:nvPr userDrawn="1">
              <p:custDataLst>
                <p:tags r:id="rId27"/>
              </p:custDataLst>
            </p:nvPr>
          </p:nvSpPr>
          <p:spPr>
            <a:xfrm>
              <a:off x="16642" y="9361"/>
              <a:ext cx="1282" cy="580"/>
            </a:xfrm>
            <a:custGeom>
              <a:avLst/>
              <a:gdLst>
                <a:gd name="connsiteX0" fmla="*/ 818 w 1657"/>
                <a:gd name="connsiteY0" fmla="*/ 0 h 748"/>
                <a:gd name="connsiteX1" fmla="*/ 1657 w 1657"/>
                <a:gd name="connsiteY1" fmla="*/ 371 h 748"/>
                <a:gd name="connsiteX2" fmla="*/ 828 w 1657"/>
                <a:gd name="connsiteY2" fmla="*/ 748 h 748"/>
                <a:gd name="connsiteX3" fmla="*/ 0 w 1657"/>
                <a:gd name="connsiteY3" fmla="*/ 371 h 748"/>
                <a:gd name="connsiteX4" fmla="*/ 818 w 1657"/>
                <a:gd name="connsiteY4" fmla="*/ 0 h 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7" h="748">
                  <a:moveTo>
                    <a:pt x="818" y="0"/>
                  </a:moveTo>
                  <a:lnTo>
                    <a:pt x="1657" y="371"/>
                  </a:lnTo>
                  <a:lnTo>
                    <a:pt x="828" y="748"/>
                  </a:lnTo>
                  <a:lnTo>
                    <a:pt x="0" y="371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  <p:sp>
          <p:nvSpPr>
            <p:cNvPr id="21" name="任意多边形 20"/>
            <p:cNvSpPr/>
            <p:nvPr userDrawn="1">
              <p:custDataLst>
                <p:tags r:id="rId28"/>
              </p:custDataLst>
            </p:nvPr>
          </p:nvSpPr>
          <p:spPr>
            <a:xfrm>
              <a:off x="16642" y="9647"/>
              <a:ext cx="644" cy="1108"/>
            </a:xfrm>
            <a:custGeom>
              <a:avLst/>
              <a:gdLst>
                <a:gd name="connsiteX0" fmla="*/ 0 w 832"/>
                <a:gd name="connsiteY0" fmla="*/ 0 h 1429"/>
                <a:gd name="connsiteX1" fmla="*/ 2 w 832"/>
                <a:gd name="connsiteY1" fmla="*/ 1049 h 1429"/>
                <a:gd name="connsiteX2" fmla="*/ 827 w 832"/>
                <a:gd name="connsiteY2" fmla="*/ 1429 h 1429"/>
                <a:gd name="connsiteX3" fmla="*/ 832 w 832"/>
                <a:gd name="connsiteY3" fmla="*/ 379 h 1429"/>
                <a:gd name="connsiteX4" fmla="*/ 0 w 832"/>
                <a:gd name="connsiteY4" fmla="*/ 0 h 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2" h="1429">
                  <a:moveTo>
                    <a:pt x="0" y="0"/>
                  </a:moveTo>
                  <a:lnTo>
                    <a:pt x="2" y="1049"/>
                  </a:lnTo>
                  <a:lnTo>
                    <a:pt x="827" y="1429"/>
                  </a:lnTo>
                  <a:lnTo>
                    <a:pt x="832" y="37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90000"/>
                  </a:schemeClr>
                </a:gs>
              </a:gsLst>
              <a:lin ang="810000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  <p:sp>
          <p:nvSpPr>
            <p:cNvPr id="22" name="任意多边形 21"/>
            <p:cNvSpPr/>
            <p:nvPr userDrawn="1">
              <p:custDataLst>
                <p:tags r:id="rId29"/>
              </p:custDataLst>
            </p:nvPr>
          </p:nvSpPr>
          <p:spPr>
            <a:xfrm>
              <a:off x="17282" y="9654"/>
              <a:ext cx="642" cy="1104"/>
            </a:xfrm>
            <a:custGeom>
              <a:avLst/>
              <a:gdLst>
                <a:gd name="connsiteX0" fmla="*/ 5 w 830"/>
                <a:gd name="connsiteY0" fmla="*/ 370 h 1425"/>
                <a:gd name="connsiteX1" fmla="*/ 825 w 830"/>
                <a:gd name="connsiteY1" fmla="*/ 0 h 1425"/>
                <a:gd name="connsiteX2" fmla="*/ 830 w 830"/>
                <a:gd name="connsiteY2" fmla="*/ 1029 h 1425"/>
                <a:gd name="connsiteX3" fmla="*/ 0 w 830"/>
                <a:gd name="connsiteY3" fmla="*/ 1425 h 1425"/>
                <a:gd name="connsiteX4" fmla="*/ 5 w 830"/>
                <a:gd name="connsiteY4" fmla="*/ 370 h 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0" h="1425">
                  <a:moveTo>
                    <a:pt x="5" y="370"/>
                  </a:moveTo>
                  <a:lnTo>
                    <a:pt x="825" y="0"/>
                  </a:lnTo>
                  <a:lnTo>
                    <a:pt x="830" y="1029"/>
                  </a:lnTo>
                  <a:lnTo>
                    <a:pt x="0" y="1425"/>
                  </a:lnTo>
                  <a:lnTo>
                    <a:pt x="5" y="370"/>
                  </a:lnTo>
                  <a:close/>
                </a:path>
              </a:pathLst>
            </a:custGeom>
            <a:gradFill>
              <a:gsLst>
                <a:gs pos="7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30"/>
            </p:custDataLst>
          </p:nvPr>
        </p:nvGrpSpPr>
        <p:grpSpPr>
          <a:xfrm>
            <a:off x="3006725" y="1943735"/>
            <a:ext cx="857250" cy="934085"/>
            <a:chOff x="17918" y="9352"/>
            <a:chExt cx="1282" cy="1397"/>
          </a:xfrm>
          <a:effectLst>
            <a:outerShdw blurRad="50800" dist="38100" dir="2700000" algn="tl" rotWithShape="0">
              <a:schemeClr val="accent1">
                <a:alpha val="30000"/>
              </a:schemeClr>
            </a:outerShdw>
          </a:effectLst>
        </p:grpSpPr>
        <p:sp>
          <p:nvSpPr>
            <p:cNvPr id="24" name="任意多边形 23"/>
            <p:cNvSpPr/>
            <p:nvPr userDrawn="1">
              <p:custDataLst>
                <p:tags r:id="rId31"/>
              </p:custDataLst>
            </p:nvPr>
          </p:nvSpPr>
          <p:spPr>
            <a:xfrm>
              <a:off x="17918" y="9352"/>
              <a:ext cx="1282" cy="580"/>
            </a:xfrm>
            <a:custGeom>
              <a:avLst/>
              <a:gdLst>
                <a:gd name="connsiteX0" fmla="*/ 818 w 1657"/>
                <a:gd name="connsiteY0" fmla="*/ 0 h 748"/>
                <a:gd name="connsiteX1" fmla="*/ 1657 w 1657"/>
                <a:gd name="connsiteY1" fmla="*/ 371 h 748"/>
                <a:gd name="connsiteX2" fmla="*/ 828 w 1657"/>
                <a:gd name="connsiteY2" fmla="*/ 748 h 748"/>
                <a:gd name="connsiteX3" fmla="*/ 0 w 1657"/>
                <a:gd name="connsiteY3" fmla="*/ 371 h 748"/>
                <a:gd name="connsiteX4" fmla="*/ 818 w 1657"/>
                <a:gd name="connsiteY4" fmla="*/ 0 h 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7" h="748">
                  <a:moveTo>
                    <a:pt x="818" y="0"/>
                  </a:moveTo>
                  <a:lnTo>
                    <a:pt x="1657" y="371"/>
                  </a:lnTo>
                  <a:lnTo>
                    <a:pt x="828" y="748"/>
                  </a:lnTo>
                  <a:lnTo>
                    <a:pt x="0" y="371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  <p:sp>
          <p:nvSpPr>
            <p:cNvPr id="25" name="任意多边形 24"/>
            <p:cNvSpPr/>
            <p:nvPr userDrawn="1">
              <p:custDataLst>
                <p:tags r:id="rId32"/>
              </p:custDataLst>
            </p:nvPr>
          </p:nvSpPr>
          <p:spPr>
            <a:xfrm>
              <a:off x="17918" y="9638"/>
              <a:ext cx="644" cy="1108"/>
            </a:xfrm>
            <a:custGeom>
              <a:avLst/>
              <a:gdLst>
                <a:gd name="connsiteX0" fmla="*/ 0 w 832"/>
                <a:gd name="connsiteY0" fmla="*/ 0 h 1429"/>
                <a:gd name="connsiteX1" fmla="*/ 2 w 832"/>
                <a:gd name="connsiteY1" fmla="*/ 1049 h 1429"/>
                <a:gd name="connsiteX2" fmla="*/ 827 w 832"/>
                <a:gd name="connsiteY2" fmla="*/ 1429 h 1429"/>
                <a:gd name="connsiteX3" fmla="*/ 832 w 832"/>
                <a:gd name="connsiteY3" fmla="*/ 379 h 1429"/>
                <a:gd name="connsiteX4" fmla="*/ 0 w 832"/>
                <a:gd name="connsiteY4" fmla="*/ 0 h 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2" h="1429">
                  <a:moveTo>
                    <a:pt x="0" y="0"/>
                  </a:moveTo>
                  <a:lnTo>
                    <a:pt x="2" y="1049"/>
                  </a:lnTo>
                  <a:lnTo>
                    <a:pt x="827" y="1429"/>
                  </a:lnTo>
                  <a:lnTo>
                    <a:pt x="832" y="37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90000"/>
                  </a:schemeClr>
                </a:gs>
              </a:gsLst>
              <a:lin ang="810000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  <p:sp>
          <p:nvSpPr>
            <p:cNvPr id="26" name="任意多边形 25"/>
            <p:cNvSpPr/>
            <p:nvPr userDrawn="1">
              <p:custDataLst>
                <p:tags r:id="rId33"/>
              </p:custDataLst>
            </p:nvPr>
          </p:nvSpPr>
          <p:spPr>
            <a:xfrm>
              <a:off x="18558" y="9645"/>
              <a:ext cx="642" cy="1104"/>
            </a:xfrm>
            <a:custGeom>
              <a:avLst/>
              <a:gdLst>
                <a:gd name="connsiteX0" fmla="*/ 5 w 830"/>
                <a:gd name="connsiteY0" fmla="*/ 370 h 1425"/>
                <a:gd name="connsiteX1" fmla="*/ 825 w 830"/>
                <a:gd name="connsiteY1" fmla="*/ 0 h 1425"/>
                <a:gd name="connsiteX2" fmla="*/ 830 w 830"/>
                <a:gd name="connsiteY2" fmla="*/ 1029 h 1425"/>
                <a:gd name="connsiteX3" fmla="*/ 0 w 830"/>
                <a:gd name="connsiteY3" fmla="*/ 1425 h 1425"/>
                <a:gd name="connsiteX4" fmla="*/ 5 w 830"/>
                <a:gd name="connsiteY4" fmla="*/ 370 h 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0" h="1425">
                  <a:moveTo>
                    <a:pt x="5" y="370"/>
                  </a:moveTo>
                  <a:lnTo>
                    <a:pt x="825" y="0"/>
                  </a:lnTo>
                  <a:lnTo>
                    <a:pt x="830" y="1029"/>
                  </a:lnTo>
                  <a:lnTo>
                    <a:pt x="0" y="1425"/>
                  </a:lnTo>
                  <a:lnTo>
                    <a:pt x="5" y="370"/>
                  </a:lnTo>
                  <a:close/>
                </a:path>
              </a:pathLst>
            </a:custGeom>
            <a:gradFill>
              <a:gsLst>
                <a:gs pos="7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MiSans Medium" panose="00000600000000000000" charset="-122"/>
                <a:sym typeface="+mn-ea"/>
              </a:endParaRPr>
            </a:p>
          </p:txBody>
        </p:sp>
      </p:grpSp>
      <p:sp>
        <p:nvSpPr>
          <p:cNvPr id="28" name="任意多边形 27"/>
          <p:cNvSpPr/>
          <p:nvPr userDrawn="1">
            <p:custDataLst>
              <p:tags r:id="rId34"/>
            </p:custDataLst>
          </p:nvPr>
        </p:nvSpPr>
        <p:spPr>
          <a:xfrm>
            <a:off x="2580640" y="1604010"/>
            <a:ext cx="855345" cy="386080"/>
          </a:xfrm>
          <a:custGeom>
            <a:avLst/>
            <a:gdLst>
              <a:gd name="connsiteX0" fmla="*/ 818 w 1657"/>
              <a:gd name="connsiteY0" fmla="*/ 0 h 748"/>
              <a:gd name="connsiteX1" fmla="*/ 1657 w 1657"/>
              <a:gd name="connsiteY1" fmla="*/ 371 h 748"/>
              <a:gd name="connsiteX2" fmla="*/ 828 w 1657"/>
              <a:gd name="connsiteY2" fmla="*/ 748 h 748"/>
              <a:gd name="connsiteX3" fmla="*/ 0 w 1657"/>
              <a:gd name="connsiteY3" fmla="*/ 371 h 748"/>
              <a:gd name="connsiteX4" fmla="*/ 818 w 1657"/>
              <a:gd name="connsiteY4" fmla="*/ 0 h 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7" h="748">
                <a:moveTo>
                  <a:pt x="818" y="0"/>
                </a:moveTo>
                <a:lnTo>
                  <a:pt x="1657" y="371"/>
                </a:lnTo>
                <a:lnTo>
                  <a:pt x="828" y="748"/>
                </a:lnTo>
                <a:lnTo>
                  <a:pt x="0" y="371"/>
                </a:lnTo>
                <a:lnTo>
                  <a:pt x="818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sx="5000" sy="5000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29" name="任意多边形 28"/>
          <p:cNvSpPr/>
          <p:nvPr userDrawn="1">
            <p:custDataLst>
              <p:tags r:id="rId35"/>
            </p:custDataLst>
          </p:nvPr>
        </p:nvSpPr>
        <p:spPr>
          <a:xfrm>
            <a:off x="2580640" y="1794510"/>
            <a:ext cx="429895" cy="737870"/>
          </a:xfrm>
          <a:custGeom>
            <a:avLst/>
            <a:gdLst>
              <a:gd name="connsiteX0" fmla="*/ 0 w 832"/>
              <a:gd name="connsiteY0" fmla="*/ 0 h 1429"/>
              <a:gd name="connsiteX1" fmla="*/ 2 w 832"/>
              <a:gd name="connsiteY1" fmla="*/ 1049 h 1429"/>
              <a:gd name="connsiteX2" fmla="*/ 827 w 832"/>
              <a:gd name="connsiteY2" fmla="*/ 1429 h 1429"/>
              <a:gd name="connsiteX3" fmla="*/ 832 w 832"/>
              <a:gd name="connsiteY3" fmla="*/ 379 h 1429"/>
              <a:gd name="connsiteX4" fmla="*/ 0 w 832"/>
              <a:gd name="connsiteY4" fmla="*/ 0 h 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" h="1429">
                <a:moveTo>
                  <a:pt x="0" y="0"/>
                </a:moveTo>
                <a:lnTo>
                  <a:pt x="2" y="1049"/>
                </a:lnTo>
                <a:lnTo>
                  <a:pt x="827" y="1429"/>
                </a:lnTo>
                <a:lnTo>
                  <a:pt x="832" y="3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30" name="任意多边形 29"/>
          <p:cNvSpPr/>
          <p:nvPr userDrawn="1">
            <p:custDataLst>
              <p:tags r:id="rId36"/>
            </p:custDataLst>
          </p:nvPr>
        </p:nvSpPr>
        <p:spPr>
          <a:xfrm>
            <a:off x="3007360" y="1799590"/>
            <a:ext cx="428625" cy="735330"/>
          </a:xfrm>
          <a:custGeom>
            <a:avLst/>
            <a:gdLst>
              <a:gd name="connsiteX0" fmla="*/ 5 w 830"/>
              <a:gd name="connsiteY0" fmla="*/ 370 h 1425"/>
              <a:gd name="connsiteX1" fmla="*/ 825 w 830"/>
              <a:gd name="connsiteY1" fmla="*/ 0 h 1425"/>
              <a:gd name="connsiteX2" fmla="*/ 830 w 830"/>
              <a:gd name="connsiteY2" fmla="*/ 1029 h 1425"/>
              <a:gd name="connsiteX3" fmla="*/ 0 w 830"/>
              <a:gd name="connsiteY3" fmla="*/ 1425 h 1425"/>
              <a:gd name="connsiteX4" fmla="*/ 5 w 830"/>
              <a:gd name="connsiteY4" fmla="*/ 370 h 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0" h="1425">
                <a:moveTo>
                  <a:pt x="5" y="370"/>
                </a:moveTo>
                <a:lnTo>
                  <a:pt x="825" y="0"/>
                </a:lnTo>
                <a:lnTo>
                  <a:pt x="830" y="1029"/>
                </a:lnTo>
                <a:lnTo>
                  <a:pt x="0" y="1425"/>
                </a:lnTo>
                <a:lnTo>
                  <a:pt x="5" y="37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</a:schemeClr>
              </a:gs>
              <a:gs pos="100000">
                <a:schemeClr val="accent2">
                  <a:lumMod val="9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" name="任意多边形 6"/>
          <p:cNvSpPr/>
          <p:nvPr userDrawn="1">
            <p:custDataLst>
              <p:tags r:id="rId37"/>
            </p:custDataLst>
          </p:nvPr>
        </p:nvSpPr>
        <p:spPr>
          <a:xfrm>
            <a:off x="1302385" y="3082290"/>
            <a:ext cx="1710690" cy="584835"/>
          </a:xfrm>
          <a:custGeom>
            <a:avLst/>
            <a:gdLst>
              <a:gd name="connsiteX0" fmla="*/ 0 w 2937"/>
              <a:gd name="connsiteY0" fmla="*/ 663 h 1004"/>
              <a:gd name="connsiteX1" fmla="*/ 1469 w 2937"/>
              <a:gd name="connsiteY1" fmla="*/ 0 h 1004"/>
              <a:gd name="connsiteX2" fmla="*/ 2937 w 2937"/>
              <a:gd name="connsiteY2" fmla="*/ 666 h 1004"/>
              <a:gd name="connsiteX3" fmla="*/ 2215 w 2937"/>
              <a:gd name="connsiteY3" fmla="*/ 1001 h 1004"/>
              <a:gd name="connsiteX4" fmla="*/ 1472 w 2937"/>
              <a:gd name="connsiteY4" fmla="*/ 666 h 1004"/>
              <a:gd name="connsiteX5" fmla="*/ 726 w 2937"/>
              <a:gd name="connsiteY5" fmla="*/ 1004 h 1004"/>
              <a:gd name="connsiteX6" fmla="*/ 0 w 2937"/>
              <a:gd name="connsiteY6" fmla="*/ 663 h 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7" h="1004">
                <a:moveTo>
                  <a:pt x="0" y="663"/>
                </a:moveTo>
                <a:lnTo>
                  <a:pt x="1469" y="0"/>
                </a:lnTo>
                <a:lnTo>
                  <a:pt x="2937" y="666"/>
                </a:lnTo>
                <a:lnTo>
                  <a:pt x="2215" y="1001"/>
                </a:lnTo>
                <a:lnTo>
                  <a:pt x="1472" y="666"/>
                </a:lnTo>
                <a:lnTo>
                  <a:pt x="726" y="1004"/>
                </a:lnTo>
                <a:lnTo>
                  <a:pt x="0" y="663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866900" y="1628140"/>
            <a:ext cx="8481695" cy="1800225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</a:t>
            </a:r>
            <a:br>
              <a:rPr lang="zh-CN" altLang="en-US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706755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780378" y="504000"/>
            <a:ext cx="2880000" cy="504000"/>
          </a:xfrm>
        </p:spPr>
        <p:txBody>
          <a:bodyPr vert="horz" wrap="square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MiSans Medium" panose="00000600000000000000" charset="-122"/>
              </a:defRPr>
            </a:lvl1pPr>
          </a:lstStyle>
          <a:p>
            <a:pPr lvl="0"/>
            <a:r>
              <a:rPr>
                <a:sym typeface="+mn-ea"/>
              </a:rPr>
              <a:t>公司名</a:t>
            </a:r>
            <a:endParaRPr>
              <a:sym typeface="+mn-ea"/>
            </a:endParaRPr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6257925" y="3877310"/>
            <a:ext cx="2160000" cy="504190"/>
          </a:xfrm>
          <a:solidFill>
            <a:srgbClr val="FFFFFF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ea typeface="+mn-ea"/>
                <a:cs typeface="MiSans Medium" panose="00000600000000000000" charset="-122"/>
              </a:defRPr>
            </a:lvl1pPr>
          </a:lstStyle>
          <a:p>
            <a:pPr lvl="0"/>
            <a:r>
              <a:rPr>
                <a:sym typeface="+mn-ea"/>
              </a:rPr>
              <a:t>日期时间</a:t>
            </a:r>
            <a:endParaRPr>
              <a:sym typeface="+mn-ea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3837305" y="3877310"/>
            <a:ext cx="2160000" cy="504190"/>
          </a:xfrm>
          <a:solidFill>
            <a:schemeClr val="accent1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MiSans Medium" panose="00000600000000000000" charset="-122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54" name="矩形 53"/>
          <p:cNvSpPr/>
          <p:nvPr userDrawn="1">
            <p:custDataLst>
              <p:tags r:id="rId9"/>
            </p:custDataLst>
          </p:nvPr>
        </p:nvSpPr>
        <p:spPr>
          <a:xfrm>
            <a:off x="11439525" y="466090"/>
            <a:ext cx="179705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55" name="矩形 54"/>
          <p:cNvSpPr/>
          <p:nvPr userDrawn="1">
            <p:custDataLst>
              <p:tags r:id="rId10"/>
            </p:custDataLst>
          </p:nvPr>
        </p:nvSpPr>
        <p:spPr>
          <a:xfrm>
            <a:off x="11330940" y="567690"/>
            <a:ext cx="288290" cy="5778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  <a:sym typeface="+mn-ea"/>
            </a:endParaRPr>
          </a:p>
        </p:txBody>
      </p:sp>
      <p:sp>
        <p:nvSpPr>
          <p:cNvPr id="33" name="任意多边形 32"/>
          <p:cNvSpPr/>
          <p:nvPr userDrawn="1">
            <p:custDataLst>
              <p:tags r:id="rId11"/>
            </p:custDataLst>
          </p:nvPr>
        </p:nvSpPr>
        <p:spPr>
          <a:xfrm>
            <a:off x="10413365" y="4222750"/>
            <a:ext cx="1773555" cy="822960"/>
          </a:xfrm>
          <a:custGeom>
            <a:avLst/>
            <a:gdLst>
              <a:gd name="connsiteX0" fmla="*/ 0 w 7507"/>
              <a:gd name="connsiteY0" fmla="*/ 1449 h 3482"/>
              <a:gd name="connsiteX1" fmla="*/ 3079 w 7507"/>
              <a:gd name="connsiteY1" fmla="*/ 0 h 3482"/>
              <a:gd name="connsiteX2" fmla="*/ 3738 w 7507"/>
              <a:gd name="connsiteY2" fmla="*/ 362 h 3482"/>
              <a:gd name="connsiteX3" fmla="*/ 4529 w 7507"/>
              <a:gd name="connsiteY3" fmla="*/ 1 h 3482"/>
              <a:gd name="connsiteX4" fmla="*/ 7507 w 7507"/>
              <a:gd name="connsiteY4" fmla="*/ 1625 h 3482"/>
              <a:gd name="connsiteX5" fmla="*/ 3603 w 7507"/>
              <a:gd name="connsiteY5" fmla="*/ 3482 h 3482"/>
              <a:gd name="connsiteX6" fmla="*/ 0 w 7507"/>
              <a:gd name="connsiteY6" fmla="*/ 1449 h 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7" h="3482">
                <a:moveTo>
                  <a:pt x="0" y="1449"/>
                </a:moveTo>
                <a:lnTo>
                  <a:pt x="3079" y="0"/>
                </a:lnTo>
                <a:lnTo>
                  <a:pt x="3738" y="362"/>
                </a:lnTo>
                <a:lnTo>
                  <a:pt x="4529" y="1"/>
                </a:lnTo>
                <a:lnTo>
                  <a:pt x="7507" y="1625"/>
                </a:lnTo>
                <a:lnTo>
                  <a:pt x="3603" y="3482"/>
                </a:lnTo>
                <a:lnTo>
                  <a:pt x="0" y="14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36" name="任意多边形 35"/>
          <p:cNvSpPr/>
          <p:nvPr userDrawn="1">
            <p:custDataLst>
              <p:tags r:id="rId12"/>
            </p:custDataLst>
          </p:nvPr>
        </p:nvSpPr>
        <p:spPr>
          <a:xfrm>
            <a:off x="11259820" y="4605655"/>
            <a:ext cx="926465" cy="1802130"/>
          </a:xfrm>
          <a:custGeom>
            <a:avLst/>
            <a:gdLst>
              <a:gd name="connsiteX0" fmla="*/ 0 w 3920"/>
              <a:gd name="connsiteY0" fmla="*/ 1868 h 7624"/>
              <a:gd name="connsiteX1" fmla="*/ 3920 w 3920"/>
              <a:gd name="connsiteY1" fmla="*/ 0 h 7624"/>
              <a:gd name="connsiteX2" fmla="*/ 3914 w 3920"/>
              <a:gd name="connsiteY2" fmla="*/ 5705 h 7624"/>
              <a:gd name="connsiteX3" fmla="*/ 27 w 3920"/>
              <a:gd name="connsiteY3" fmla="*/ 7624 h 7624"/>
              <a:gd name="connsiteX4" fmla="*/ 0 w 3920"/>
              <a:gd name="connsiteY4" fmla="*/ 1868 h 7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0" h="7624">
                <a:moveTo>
                  <a:pt x="0" y="1868"/>
                </a:moveTo>
                <a:lnTo>
                  <a:pt x="3920" y="0"/>
                </a:lnTo>
                <a:lnTo>
                  <a:pt x="3914" y="5705"/>
                </a:lnTo>
                <a:lnTo>
                  <a:pt x="27" y="7624"/>
                </a:lnTo>
                <a:lnTo>
                  <a:pt x="0" y="1868"/>
                </a:lnTo>
                <a:close/>
              </a:path>
            </a:pathLst>
          </a:custGeom>
          <a:gradFill>
            <a:gsLst>
              <a:gs pos="70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8890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1" name="任意多边形 40"/>
          <p:cNvSpPr/>
          <p:nvPr userDrawn="1">
            <p:custDataLst>
              <p:tags r:id="rId13"/>
            </p:custDataLst>
          </p:nvPr>
        </p:nvSpPr>
        <p:spPr>
          <a:xfrm>
            <a:off x="11048365" y="3982720"/>
            <a:ext cx="516890" cy="260985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2" name="任意多边形 41"/>
          <p:cNvSpPr/>
          <p:nvPr userDrawn="1">
            <p:custDataLst>
              <p:tags r:id="rId14"/>
            </p:custDataLst>
          </p:nvPr>
        </p:nvSpPr>
        <p:spPr>
          <a:xfrm>
            <a:off x="11048365" y="4109085"/>
            <a:ext cx="247015" cy="200660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43" name="任意多边形 42"/>
          <p:cNvSpPr/>
          <p:nvPr userDrawn="1">
            <p:custDataLst>
              <p:tags r:id="rId15"/>
            </p:custDataLst>
          </p:nvPr>
        </p:nvSpPr>
        <p:spPr>
          <a:xfrm>
            <a:off x="11294745" y="4117340"/>
            <a:ext cx="270510" cy="192405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6" name="任意多边形 45"/>
          <p:cNvSpPr/>
          <p:nvPr userDrawn="1">
            <p:custDataLst>
              <p:tags r:id="rId16"/>
            </p:custDataLst>
          </p:nvPr>
        </p:nvSpPr>
        <p:spPr>
          <a:xfrm>
            <a:off x="9494520" y="5878830"/>
            <a:ext cx="850900" cy="979170"/>
          </a:xfrm>
          <a:custGeom>
            <a:avLst/>
            <a:gdLst>
              <a:gd name="connsiteX0" fmla="*/ 0 w 3600"/>
              <a:gd name="connsiteY0" fmla="*/ 0 h 4144"/>
              <a:gd name="connsiteX1" fmla="*/ 0 w 3600"/>
              <a:gd name="connsiteY1" fmla="*/ 2101 h 4144"/>
              <a:gd name="connsiteX2" fmla="*/ 3594 w 3600"/>
              <a:gd name="connsiteY2" fmla="*/ 4144 h 4144"/>
              <a:gd name="connsiteX3" fmla="*/ 3600 w 3600"/>
              <a:gd name="connsiteY3" fmla="*/ 2112 h 4144"/>
              <a:gd name="connsiteX4" fmla="*/ 0 w 3600"/>
              <a:gd name="connsiteY4" fmla="*/ 0 h 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" h="4144">
                <a:moveTo>
                  <a:pt x="0" y="0"/>
                </a:moveTo>
                <a:lnTo>
                  <a:pt x="0" y="2101"/>
                </a:lnTo>
                <a:lnTo>
                  <a:pt x="3594" y="4144"/>
                </a:lnTo>
                <a:lnTo>
                  <a:pt x="3600" y="21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" name="任意多边形 6"/>
          <p:cNvSpPr/>
          <p:nvPr userDrawn="1">
            <p:custDataLst>
              <p:tags r:id="rId17"/>
            </p:custDataLst>
          </p:nvPr>
        </p:nvSpPr>
        <p:spPr>
          <a:xfrm>
            <a:off x="10343515" y="5918200"/>
            <a:ext cx="922655" cy="939800"/>
          </a:xfrm>
          <a:custGeom>
            <a:avLst/>
            <a:gdLst>
              <a:gd name="connisteX0" fmla="*/ 0 w 2481580"/>
              <a:gd name="connsiteY0" fmla="*/ 1235075 h 2524760"/>
              <a:gd name="connisteX1" fmla="*/ 0 w 2481580"/>
              <a:gd name="connsiteY1" fmla="*/ 2524760 h 2524760"/>
              <a:gd name="connisteX2" fmla="*/ 2481580 w 2481580"/>
              <a:gd name="connsiteY2" fmla="*/ 1311275 h 2524760"/>
              <a:gd name="connisteX3" fmla="*/ 2481580 w 2481580"/>
              <a:gd name="connsiteY3" fmla="*/ 0 h 2524760"/>
              <a:gd name="connisteX4" fmla="*/ 0 w 2481580"/>
              <a:gd name="connsiteY4" fmla="*/ 1235075 h 25247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481580" h="2524760">
                <a:moveTo>
                  <a:pt x="0" y="1235075"/>
                </a:moveTo>
                <a:lnTo>
                  <a:pt x="0" y="2524760"/>
                </a:lnTo>
                <a:lnTo>
                  <a:pt x="2481580" y="1311275"/>
                </a:lnTo>
                <a:lnTo>
                  <a:pt x="2481580" y="0"/>
                </a:lnTo>
                <a:lnTo>
                  <a:pt x="0" y="12350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51" name="任意多边形 50"/>
          <p:cNvSpPr/>
          <p:nvPr userDrawn="1">
            <p:custDataLst>
              <p:tags r:id="rId18"/>
            </p:custDataLst>
          </p:nvPr>
        </p:nvSpPr>
        <p:spPr>
          <a:xfrm>
            <a:off x="9845675" y="3428365"/>
            <a:ext cx="1055370" cy="53340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17" name="任意多边形 16"/>
          <p:cNvSpPr/>
          <p:nvPr userDrawn="1">
            <p:custDataLst>
              <p:tags r:id="rId19"/>
            </p:custDataLst>
          </p:nvPr>
        </p:nvSpPr>
        <p:spPr>
          <a:xfrm>
            <a:off x="9845040" y="3686175"/>
            <a:ext cx="511810" cy="523240"/>
          </a:xfrm>
          <a:custGeom>
            <a:avLst/>
            <a:gdLst>
              <a:gd name="connsiteX0" fmla="*/ 9 w 2166"/>
              <a:gd name="connsiteY0" fmla="*/ 0 h 2214"/>
              <a:gd name="connsiteX1" fmla="*/ 0 w 2166"/>
              <a:gd name="connsiteY1" fmla="*/ 975 h 2214"/>
              <a:gd name="connsiteX2" fmla="*/ 2166 w 2166"/>
              <a:gd name="connsiteY2" fmla="*/ 2214 h 2214"/>
              <a:gd name="connsiteX3" fmla="*/ 2138 w 2166"/>
              <a:gd name="connsiteY3" fmla="*/ 1163 h 2214"/>
              <a:gd name="connsiteX4" fmla="*/ 9 w 2166"/>
              <a:gd name="connsiteY4" fmla="*/ 0 h 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" h="2214">
                <a:moveTo>
                  <a:pt x="9" y="0"/>
                </a:moveTo>
                <a:lnTo>
                  <a:pt x="0" y="975"/>
                </a:lnTo>
                <a:lnTo>
                  <a:pt x="2166" y="2214"/>
                </a:lnTo>
                <a:lnTo>
                  <a:pt x="2138" y="1163"/>
                </a:lnTo>
                <a:lnTo>
                  <a:pt x="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56" name="任意多边形 55"/>
          <p:cNvSpPr/>
          <p:nvPr userDrawn="1">
            <p:custDataLst>
              <p:tags r:id="rId20"/>
            </p:custDataLst>
          </p:nvPr>
        </p:nvSpPr>
        <p:spPr>
          <a:xfrm>
            <a:off x="10350500" y="3702685"/>
            <a:ext cx="551180" cy="504825"/>
          </a:xfrm>
          <a:custGeom>
            <a:avLst/>
            <a:gdLst>
              <a:gd name="connsiteX0" fmla="*/ 0 w 2332"/>
              <a:gd name="connsiteY0" fmla="*/ 1095 h 2135"/>
              <a:gd name="connsiteX1" fmla="*/ 30 w 2332"/>
              <a:gd name="connsiteY1" fmla="*/ 2135 h 2135"/>
              <a:gd name="connsiteX2" fmla="*/ 2332 w 2332"/>
              <a:gd name="connsiteY2" fmla="*/ 1035 h 2135"/>
              <a:gd name="connsiteX3" fmla="*/ 2330 w 2332"/>
              <a:gd name="connsiteY3" fmla="*/ 0 h 2135"/>
              <a:gd name="connsiteX4" fmla="*/ 0 w 2332"/>
              <a:gd name="connsiteY4" fmla="*/ 1095 h 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2" h="2135">
                <a:moveTo>
                  <a:pt x="0" y="1095"/>
                </a:moveTo>
                <a:lnTo>
                  <a:pt x="30" y="2135"/>
                </a:lnTo>
                <a:lnTo>
                  <a:pt x="2332" y="1035"/>
                </a:lnTo>
                <a:lnTo>
                  <a:pt x="2330" y="0"/>
                </a:lnTo>
                <a:lnTo>
                  <a:pt x="0" y="10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68" name="任意多边形 67"/>
          <p:cNvSpPr/>
          <p:nvPr userDrawn="1">
            <p:custDataLst>
              <p:tags r:id="rId21"/>
            </p:custDataLst>
          </p:nvPr>
        </p:nvSpPr>
        <p:spPr>
          <a:xfrm flipH="1">
            <a:off x="-5080" y="4222750"/>
            <a:ext cx="1772920" cy="822960"/>
          </a:xfrm>
          <a:custGeom>
            <a:avLst/>
            <a:gdLst>
              <a:gd name="connsiteX0" fmla="*/ 0 w 7507"/>
              <a:gd name="connsiteY0" fmla="*/ 1449 h 3482"/>
              <a:gd name="connsiteX1" fmla="*/ 3079 w 7507"/>
              <a:gd name="connsiteY1" fmla="*/ 0 h 3482"/>
              <a:gd name="connsiteX2" fmla="*/ 3738 w 7507"/>
              <a:gd name="connsiteY2" fmla="*/ 362 h 3482"/>
              <a:gd name="connsiteX3" fmla="*/ 4529 w 7507"/>
              <a:gd name="connsiteY3" fmla="*/ 1 h 3482"/>
              <a:gd name="connsiteX4" fmla="*/ 7507 w 7507"/>
              <a:gd name="connsiteY4" fmla="*/ 1625 h 3482"/>
              <a:gd name="connsiteX5" fmla="*/ 3603 w 7507"/>
              <a:gd name="connsiteY5" fmla="*/ 3482 h 3482"/>
              <a:gd name="connsiteX6" fmla="*/ 0 w 7507"/>
              <a:gd name="connsiteY6" fmla="*/ 1449 h 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7" h="3482">
                <a:moveTo>
                  <a:pt x="0" y="1449"/>
                </a:moveTo>
                <a:lnTo>
                  <a:pt x="3079" y="0"/>
                </a:lnTo>
                <a:lnTo>
                  <a:pt x="3738" y="362"/>
                </a:lnTo>
                <a:lnTo>
                  <a:pt x="4529" y="1"/>
                </a:lnTo>
                <a:lnTo>
                  <a:pt x="7507" y="1625"/>
                </a:lnTo>
                <a:lnTo>
                  <a:pt x="3603" y="3482"/>
                </a:lnTo>
                <a:lnTo>
                  <a:pt x="0" y="14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69" name="任意多边形 68"/>
          <p:cNvSpPr/>
          <p:nvPr userDrawn="1">
            <p:custDataLst>
              <p:tags r:id="rId22"/>
            </p:custDataLst>
          </p:nvPr>
        </p:nvSpPr>
        <p:spPr>
          <a:xfrm flipH="1">
            <a:off x="916305" y="4563745"/>
            <a:ext cx="853440" cy="1351280"/>
          </a:xfrm>
          <a:custGeom>
            <a:avLst/>
            <a:gdLst>
              <a:gd name="connsiteX0" fmla="*/ 0 w 3614"/>
              <a:gd name="connsiteY0" fmla="*/ 0 h 5720"/>
              <a:gd name="connsiteX1" fmla="*/ 1 w 3614"/>
              <a:gd name="connsiteY1" fmla="*/ 2602 h 5720"/>
              <a:gd name="connsiteX2" fmla="*/ 1316 w 3614"/>
              <a:gd name="connsiteY2" fmla="*/ 3297 h 5720"/>
              <a:gd name="connsiteX3" fmla="*/ 1321 w 3614"/>
              <a:gd name="connsiteY3" fmla="*/ 3657 h 5720"/>
              <a:gd name="connsiteX4" fmla="*/ 566 w 3614"/>
              <a:gd name="connsiteY4" fmla="*/ 4007 h 5720"/>
              <a:gd name="connsiteX5" fmla="*/ 3614 w 3614"/>
              <a:gd name="connsiteY5" fmla="*/ 5720 h 5720"/>
              <a:gd name="connsiteX6" fmla="*/ 3608 w 3614"/>
              <a:gd name="connsiteY6" fmla="*/ 2042 h 5720"/>
              <a:gd name="connsiteX7" fmla="*/ 0 w 3614"/>
              <a:gd name="connsiteY7" fmla="*/ 0 h 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" h="5720">
                <a:moveTo>
                  <a:pt x="0" y="0"/>
                </a:moveTo>
                <a:lnTo>
                  <a:pt x="1" y="2602"/>
                </a:lnTo>
                <a:lnTo>
                  <a:pt x="1316" y="3297"/>
                </a:lnTo>
                <a:lnTo>
                  <a:pt x="1321" y="3657"/>
                </a:lnTo>
                <a:lnTo>
                  <a:pt x="566" y="4007"/>
                </a:lnTo>
                <a:lnTo>
                  <a:pt x="3614" y="5720"/>
                </a:lnTo>
                <a:lnTo>
                  <a:pt x="3608" y="20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9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8100000" scaled="0"/>
          </a:gradFill>
          <a:ln>
            <a:noFill/>
          </a:ln>
          <a:effectLst>
            <a:outerShdw blurRad="889000" dist="190500" dir="8100000" algn="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0" name="任意多边形 69"/>
          <p:cNvSpPr/>
          <p:nvPr userDrawn="1">
            <p:custDataLst>
              <p:tags r:id="rId23"/>
            </p:custDataLst>
          </p:nvPr>
        </p:nvSpPr>
        <p:spPr>
          <a:xfrm flipH="1">
            <a:off x="-4445" y="4605655"/>
            <a:ext cx="926465" cy="1802130"/>
          </a:xfrm>
          <a:custGeom>
            <a:avLst/>
            <a:gdLst>
              <a:gd name="connsiteX0" fmla="*/ 0 w 3920"/>
              <a:gd name="connsiteY0" fmla="*/ 1868 h 7624"/>
              <a:gd name="connsiteX1" fmla="*/ 3920 w 3920"/>
              <a:gd name="connsiteY1" fmla="*/ 0 h 7624"/>
              <a:gd name="connsiteX2" fmla="*/ 3914 w 3920"/>
              <a:gd name="connsiteY2" fmla="*/ 5705 h 7624"/>
              <a:gd name="connsiteX3" fmla="*/ 27 w 3920"/>
              <a:gd name="connsiteY3" fmla="*/ 7624 h 7624"/>
              <a:gd name="connsiteX4" fmla="*/ 0 w 3920"/>
              <a:gd name="connsiteY4" fmla="*/ 1868 h 7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0" h="7624">
                <a:moveTo>
                  <a:pt x="0" y="1868"/>
                </a:moveTo>
                <a:lnTo>
                  <a:pt x="3920" y="0"/>
                </a:lnTo>
                <a:lnTo>
                  <a:pt x="3914" y="5705"/>
                </a:lnTo>
                <a:lnTo>
                  <a:pt x="27" y="7624"/>
                </a:lnTo>
                <a:lnTo>
                  <a:pt x="0" y="1868"/>
                </a:lnTo>
                <a:close/>
              </a:path>
            </a:pathLst>
          </a:custGeom>
          <a:gradFill>
            <a:gsLst>
              <a:gs pos="70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889000" dist="1905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4" name="任意多边形 73"/>
          <p:cNvSpPr/>
          <p:nvPr userDrawn="1">
            <p:custDataLst>
              <p:tags r:id="rId24"/>
            </p:custDataLst>
          </p:nvPr>
        </p:nvSpPr>
        <p:spPr>
          <a:xfrm flipH="1">
            <a:off x="615950" y="3982720"/>
            <a:ext cx="516890" cy="260985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5" name="任意多边形 74"/>
          <p:cNvSpPr/>
          <p:nvPr userDrawn="1">
            <p:custDataLst>
              <p:tags r:id="rId25"/>
            </p:custDataLst>
          </p:nvPr>
        </p:nvSpPr>
        <p:spPr>
          <a:xfrm flipH="1">
            <a:off x="886460" y="4109085"/>
            <a:ext cx="247015" cy="200660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76" name="任意多边形 75"/>
          <p:cNvSpPr/>
          <p:nvPr userDrawn="1">
            <p:custDataLst>
              <p:tags r:id="rId26"/>
            </p:custDataLst>
          </p:nvPr>
        </p:nvSpPr>
        <p:spPr>
          <a:xfrm flipH="1">
            <a:off x="616585" y="4117340"/>
            <a:ext cx="270510" cy="192405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8" name="任意多边形 77"/>
          <p:cNvSpPr/>
          <p:nvPr userDrawn="1">
            <p:custDataLst>
              <p:tags r:id="rId27"/>
            </p:custDataLst>
          </p:nvPr>
        </p:nvSpPr>
        <p:spPr>
          <a:xfrm flipH="1">
            <a:off x="1836420" y="5878830"/>
            <a:ext cx="850265" cy="979170"/>
          </a:xfrm>
          <a:custGeom>
            <a:avLst/>
            <a:gdLst>
              <a:gd name="connsiteX0" fmla="*/ 0 w 3600"/>
              <a:gd name="connsiteY0" fmla="*/ 0 h 4144"/>
              <a:gd name="connsiteX1" fmla="*/ 0 w 3600"/>
              <a:gd name="connsiteY1" fmla="*/ 2101 h 4144"/>
              <a:gd name="connsiteX2" fmla="*/ 3594 w 3600"/>
              <a:gd name="connsiteY2" fmla="*/ 4144 h 4144"/>
              <a:gd name="connsiteX3" fmla="*/ 3600 w 3600"/>
              <a:gd name="connsiteY3" fmla="*/ 2112 h 4144"/>
              <a:gd name="connsiteX4" fmla="*/ 0 w 3600"/>
              <a:gd name="connsiteY4" fmla="*/ 0 h 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" h="4144">
                <a:moveTo>
                  <a:pt x="0" y="0"/>
                </a:moveTo>
                <a:lnTo>
                  <a:pt x="0" y="2101"/>
                </a:lnTo>
                <a:lnTo>
                  <a:pt x="3594" y="4144"/>
                </a:lnTo>
                <a:lnTo>
                  <a:pt x="3600" y="21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9" name="任意多边形 78"/>
          <p:cNvSpPr/>
          <p:nvPr userDrawn="1">
            <p:custDataLst>
              <p:tags r:id="rId28"/>
            </p:custDataLst>
          </p:nvPr>
        </p:nvSpPr>
        <p:spPr>
          <a:xfrm flipH="1">
            <a:off x="915035" y="5918200"/>
            <a:ext cx="922655" cy="939800"/>
          </a:xfrm>
          <a:custGeom>
            <a:avLst/>
            <a:gdLst>
              <a:gd name="connisteX0" fmla="*/ 0 w 2481580"/>
              <a:gd name="connsiteY0" fmla="*/ 1235075 h 2524760"/>
              <a:gd name="connisteX1" fmla="*/ 0 w 2481580"/>
              <a:gd name="connsiteY1" fmla="*/ 2524760 h 2524760"/>
              <a:gd name="connisteX2" fmla="*/ 2481580 w 2481580"/>
              <a:gd name="connsiteY2" fmla="*/ 1311275 h 2524760"/>
              <a:gd name="connisteX3" fmla="*/ 2481580 w 2481580"/>
              <a:gd name="connsiteY3" fmla="*/ 0 h 2524760"/>
              <a:gd name="connisteX4" fmla="*/ 0 w 2481580"/>
              <a:gd name="connsiteY4" fmla="*/ 1235075 h 25247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481580" h="2524760">
                <a:moveTo>
                  <a:pt x="0" y="1235075"/>
                </a:moveTo>
                <a:lnTo>
                  <a:pt x="0" y="2524760"/>
                </a:lnTo>
                <a:lnTo>
                  <a:pt x="2481580" y="1311275"/>
                </a:lnTo>
                <a:lnTo>
                  <a:pt x="2481580" y="0"/>
                </a:lnTo>
                <a:lnTo>
                  <a:pt x="0" y="12350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84" name="任意多边形 83"/>
          <p:cNvSpPr/>
          <p:nvPr userDrawn="1">
            <p:custDataLst>
              <p:tags r:id="rId29"/>
            </p:custDataLst>
          </p:nvPr>
        </p:nvSpPr>
        <p:spPr>
          <a:xfrm flipH="1">
            <a:off x="2827655" y="4740910"/>
            <a:ext cx="372745" cy="381000"/>
          </a:xfrm>
          <a:custGeom>
            <a:avLst/>
            <a:gdLst>
              <a:gd name="connsiteX0" fmla="*/ 9 w 2166"/>
              <a:gd name="connsiteY0" fmla="*/ 0 h 2214"/>
              <a:gd name="connsiteX1" fmla="*/ 0 w 2166"/>
              <a:gd name="connsiteY1" fmla="*/ 975 h 2214"/>
              <a:gd name="connsiteX2" fmla="*/ 2166 w 2166"/>
              <a:gd name="connsiteY2" fmla="*/ 2214 h 2214"/>
              <a:gd name="connsiteX3" fmla="*/ 2138 w 2166"/>
              <a:gd name="connsiteY3" fmla="*/ 1163 h 2214"/>
              <a:gd name="connsiteX4" fmla="*/ 9 w 2166"/>
              <a:gd name="connsiteY4" fmla="*/ 0 h 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" h="2214">
                <a:moveTo>
                  <a:pt x="9" y="0"/>
                </a:moveTo>
                <a:lnTo>
                  <a:pt x="0" y="975"/>
                </a:lnTo>
                <a:lnTo>
                  <a:pt x="2166" y="2214"/>
                </a:lnTo>
                <a:lnTo>
                  <a:pt x="2138" y="1163"/>
                </a:lnTo>
                <a:lnTo>
                  <a:pt x="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85" name="任意多边形 84"/>
          <p:cNvSpPr/>
          <p:nvPr userDrawn="1">
            <p:custDataLst>
              <p:tags r:id="rId30"/>
            </p:custDataLst>
          </p:nvPr>
        </p:nvSpPr>
        <p:spPr>
          <a:xfrm flipH="1">
            <a:off x="2430145" y="4752975"/>
            <a:ext cx="401955" cy="367665"/>
          </a:xfrm>
          <a:custGeom>
            <a:avLst/>
            <a:gdLst>
              <a:gd name="connsiteX0" fmla="*/ 0 w 2332"/>
              <a:gd name="connsiteY0" fmla="*/ 1095 h 2135"/>
              <a:gd name="connsiteX1" fmla="*/ 30 w 2332"/>
              <a:gd name="connsiteY1" fmla="*/ 2135 h 2135"/>
              <a:gd name="connsiteX2" fmla="*/ 2332 w 2332"/>
              <a:gd name="connsiteY2" fmla="*/ 1035 h 2135"/>
              <a:gd name="connsiteX3" fmla="*/ 2330 w 2332"/>
              <a:gd name="connsiteY3" fmla="*/ 0 h 2135"/>
              <a:gd name="connsiteX4" fmla="*/ 0 w 2332"/>
              <a:gd name="connsiteY4" fmla="*/ 1095 h 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2" h="2135">
                <a:moveTo>
                  <a:pt x="0" y="1095"/>
                </a:moveTo>
                <a:lnTo>
                  <a:pt x="30" y="2135"/>
                </a:lnTo>
                <a:lnTo>
                  <a:pt x="2332" y="1035"/>
                </a:lnTo>
                <a:lnTo>
                  <a:pt x="2330" y="0"/>
                </a:lnTo>
                <a:lnTo>
                  <a:pt x="0" y="10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3" name="任意多边形 2"/>
          <p:cNvSpPr/>
          <p:nvPr userDrawn="1">
            <p:custDataLst>
              <p:tags r:id="rId31"/>
            </p:custDataLst>
          </p:nvPr>
        </p:nvSpPr>
        <p:spPr>
          <a:xfrm flipH="1">
            <a:off x="2430145" y="4552950"/>
            <a:ext cx="768985" cy="38862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83" name="任意多边形 82"/>
          <p:cNvSpPr/>
          <p:nvPr userDrawn="1">
            <p:custDataLst>
              <p:tags r:id="rId32"/>
            </p:custDataLst>
          </p:nvPr>
        </p:nvSpPr>
        <p:spPr>
          <a:xfrm flipH="1">
            <a:off x="2431415" y="4552950"/>
            <a:ext cx="768985" cy="38862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33"/>
            </p:custDataLst>
          </p:nvPr>
        </p:nvSpPr>
        <p:spPr>
          <a:xfrm flipH="1">
            <a:off x="922020" y="5511800"/>
            <a:ext cx="1772920" cy="864870"/>
          </a:xfrm>
          <a:custGeom>
            <a:avLst/>
            <a:gdLst>
              <a:gd name="connsiteX0" fmla="*/ 3258 w 7504"/>
              <a:gd name="connsiteY0" fmla="*/ 0 h 3659"/>
              <a:gd name="connsiteX1" fmla="*/ 0 w 7504"/>
              <a:gd name="connsiteY1" fmla="*/ 1551 h 3659"/>
              <a:gd name="connsiteX2" fmla="*/ 3594 w 7504"/>
              <a:gd name="connsiteY2" fmla="*/ 3659 h 3659"/>
              <a:gd name="connsiteX3" fmla="*/ 7504 w 7504"/>
              <a:gd name="connsiteY3" fmla="*/ 1715 h 3659"/>
              <a:gd name="connsiteX4" fmla="*/ 4453 w 7504"/>
              <a:gd name="connsiteY4" fmla="*/ 0 h 3659"/>
              <a:gd name="connsiteX5" fmla="*/ 3797 w 7504"/>
              <a:gd name="connsiteY5" fmla="*/ 294 h 3659"/>
              <a:gd name="connsiteX6" fmla="*/ 3258 w 7504"/>
              <a:gd name="connsiteY6" fmla="*/ 0 h 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4" h="3659">
                <a:moveTo>
                  <a:pt x="3258" y="0"/>
                </a:moveTo>
                <a:lnTo>
                  <a:pt x="0" y="1551"/>
                </a:lnTo>
                <a:lnTo>
                  <a:pt x="3594" y="3659"/>
                </a:lnTo>
                <a:lnTo>
                  <a:pt x="7504" y="1715"/>
                </a:lnTo>
                <a:lnTo>
                  <a:pt x="4453" y="0"/>
                </a:lnTo>
                <a:lnTo>
                  <a:pt x="3797" y="294"/>
                </a:lnTo>
                <a:lnTo>
                  <a:pt x="32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7" name="任意多边形 76"/>
          <p:cNvSpPr/>
          <p:nvPr userDrawn="1">
            <p:custDataLst>
              <p:tags r:id="rId34"/>
            </p:custDataLst>
          </p:nvPr>
        </p:nvSpPr>
        <p:spPr>
          <a:xfrm flipH="1">
            <a:off x="915670" y="5511800"/>
            <a:ext cx="1772920" cy="864870"/>
          </a:xfrm>
          <a:custGeom>
            <a:avLst/>
            <a:gdLst>
              <a:gd name="connsiteX0" fmla="*/ 3258 w 7504"/>
              <a:gd name="connsiteY0" fmla="*/ 0 h 3659"/>
              <a:gd name="connsiteX1" fmla="*/ 0 w 7504"/>
              <a:gd name="connsiteY1" fmla="*/ 1551 h 3659"/>
              <a:gd name="connsiteX2" fmla="*/ 3594 w 7504"/>
              <a:gd name="connsiteY2" fmla="*/ 3659 h 3659"/>
              <a:gd name="connsiteX3" fmla="*/ 7504 w 7504"/>
              <a:gd name="connsiteY3" fmla="*/ 1715 h 3659"/>
              <a:gd name="connsiteX4" fmla="*/ 4453 w 7504"/>
              <a:gd name="connsiteY4" fmla="*/ 0 h 3659"/>
              <a:gd name="connsiteX5" fmla="*/ 3797 w 7504"/>
              <a:gd name="connsiteY5" fmla="*/ 294 h 3659"/>
              <a:gd name="connsiteX6" fmla="*/ 3258 w 7504"/>
              <a:gd name="connsiteY6" fmla="*/ 0 h 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4" h="3659">
                <a:moveTo>
                  <a:pt x="3258" y="0"/>
                </a:moveTo>
                <a:lnTo>
                  <a:pt x="0" y="1551"/>
                </a:lnTo>
                <a:lnTo>
                  <a:pt x="3594" y="3659"/>
                </a:lnTo>
                <a:lnTo>
                  <a:pt x="7504" y="1715"/>
                </a:lnTo>
                <a:lnTo>
                  <a:pt x="4453" y="0"/>
                </a:lnTo>
                <a:lnTo>
                  <a:pt x="3797" y="294"/>
                </a:lnTo>
                <a:lnTo>
                  <a:pt x="3258" y="0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1" name="任意多边形 70"/>
          <p:cNvSpPr/>
          <p:nvPr userDrawn="1">
            <p:custDataLst>
              <p:tags r:id="rId35"/>
            </p:custDataLst>
          </p:nvPr>
        </p:nvSpPr>
        <p:spPr>
          <a:xfrm flipH="1">
            <a:off x="1456690" y="5179060"/>
            <a:ext cx="636270" cy="32131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2" name="任意多边形 71"/>
          <p:cNvSpPr/>
          <p:nvPr userDrawn="1">
            <p:custDataLst>
              <p:tags r:id="rId36"/>
            </p:custDataLst>
          </p:nvPr>
        </p:nvSpPr>
        <p:spPr>
          <a:xfrm flipH="1">
            <a:off x="1789430" y="5334000"/>
            <a:ext cx="304165" cy="247015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73" name="任意多边形 72"/>
          <p:cNvSpPr/>
          <p:nvPr userDrawn="1">
            <p:custDataLst>
              <p:tags r:id="rId37"/>
            </p:custDataLst>
          </p:nvPr>
        </p:nvSpPr>
        <p:spPr>
          <a:xfrm flipH="1">
            <a:off x="1456690" y="5344795"/>
            <a:ext cx="332740" cy="236220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38"/>
            </p:custDataLst>
          </p:nvPr>
        </p:nvSpPr>
        <p:spPr>
          <a:xfrm>
            <a:off x="9486900" y="5511800"/>
            <a:ext cx="1772920" cy="864870"/>
          </a:xfrm>
          <a:custGeom>
            <a:avLst/>
            <a:gdLst>
              <a:gd name="connsiteX0" fmla="*/ 3258 w 7504"/>
              <a:gd name="connsiteY0" fmla="*/ 0 h 3659"/>
              <a:gd name="connsiteX1" fmla="*/ 0 w 7504"/>
              <a:gd name="connsiteY1" fmla="*/ 1551 h 3659"/>
              <a:gd name="connsiteX2" fmla="*/ 3594 w 7504"/>
              <a:gd name="connsiteY2" fmla="*/ 3659 h 3659"/>
              <a:gd name="connsiteX3" fmla="*/ 7504 w 7504"/>
              <a:gd name="connsiteY3" fmla="*/ 1715 h 3659"/>
              <a:gd name="connsiteX4" fmla="*/ 4453 w 7504"/>
              <a:gd name="connsiteY4" fmla="*/ 0 h 3659"/>
              <a:gd name="connsiteX5" fmla="*/ 3797 w 7504"/>
              <a:gd name="connsiteY5" fmla="*/ 294 h 3659"/>
              <a:gd name="connsiteX6" fmla="*/ 3258 w 7504"/>
              <a:gd name="connsiteY6" fmla="*/ 0 h 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4" h="3659">
                <a:moveTo>
                  <a:pt x="3258" y="0"/>
                </a:moveTo>
                <a:lnTo>
                  <a:pt x="0" y="1551"/>
                </a:lnTo>
                <a:lnTo>
                  <a:pt x="3594" y="3659"/>
                </a:lnTo>
                <a:lnTo>
                  <a:pt x="7504" y="1715"/>
                </a:lnTo>
                <a:lnTo>
                  <a:pt x="4453" y="0"/>
                </a:lnTo>
                <a:lnTo>
                  <a:pt x="3797" y="294"/>
                </a:lnTo>
                <a:lnTo>
                  <a:pt x="32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35" name="任意多边形 34"/>
          <p:cNvSpPr/>
          <p:nvPr userDrawn="1">
            <p:custDataLst>
              <p:tags r:id="rId39"/>
            </p:custDataLst>
          </p:nvPr>
        </p:nvSpPr>
        <p:spPr>
          <a:xfrm>
            <a:off x="10411460" y="4563745"/>
            <a:ext cx="853440" cy="1351280"/>
          </a:xfrm>
          <a:custGeom>
            <a:avLst/>
            <a:gdLst>
              <a:gd name="connsiteX0" fmla="*/ 0 w 3614"/>
              <a:gd name="connsiteY0" fmla="*/ 0 h 5720"/>
              <a:gd name="connsiteX1" fmla="*/ 1 w 3614"/>
              <a:gd name="connsiteY1" fmla="*/ 2602 h 5720"/>
              <a:gd name="connsiteX2" fmla="*/ 1316 w 3614"/>
              <a:gd name="connsiteY2" fmla="*/ 3297 h 5720"/>
              <a:gd name="connsiteX3" fmla="*/ 1321 w 3614"/>
              <a:gd name="connsiteY3" fmla="*/ 3657 h 5720"/>
              <a:gd name="connsiteX4" fmla="*/ 566 w 3614"/>
              <a:gd name="connsiteY4" fmla="*/ 4007 h 5720"/>
              <a:gd name="connsiteX5" fmla="*/ 3614 w 3614"/>
              <a:gd name="connsiteY5" fmla="*/ 5720 h 5720"/>
              <a:gd name="connsiteX6" fmla="*/ 3608 w 3614"/>
              <a:gd name="connsiteY6" fmla="*/ 2042 h 5720"/>
              <a:gd name="connsiteX7" fmla="*/ 0 w 3614"/>
              <a:gd name="connsiteY7" fmla="*/ 0 h 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" h="5720">
                <a:moveTo>
                  <a:pt x="0" y="0"/>
                </a:moveTo>
                <a:lnTo>
                  <a:pt x="1" y="2602"/>
                </a:lnTo>
                <a:lnTo>
                  <a:pt x="1316" y="3297"/>
                </a:lnTo>
                <a:lnTo>
                  <a:pt x="1321" y="3657"/>
                </a:lnTo>
                <a:lnTo>
                  <a:pt x="566" y="4007"/>
                </a:lnTo>
                <a:lnTo>
                  <a:pt x="3614" y="5720"/>
                </a:lnTo>
                <a:lnTo>
                  <a:pt x="3608" y="20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9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8100000" scaled="0"/>
          </a:gradFill>
          <a:ln>
            <a:noFill/>
          </a:ln>
          <a:effectLst>
            <a:outerShdw blurRad="889000" dist="190500" dir="8100000" algn="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38" name="任意多边形 37"/>
          <p:cNvSpPr/>
          <p:nvPr userDrawn="1">
            <p:custDataLst>
              <p:tags r:id="rId40"/>
            </p:custDataLst>
          </p:nvPr>
        </p:nvSpPr>
        <p:spPr>
          <a:xfrm>
            <a:off x="10088245" y="5179060"/>
            <a:ext cx="636270" cy="32131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889000" dist="127000" dir="162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39" name="任意多边形 38"/>
          <p:cNvSpPr/>
          <p:nvPr userDrawn="1">
            <p:custDataLst>
              <p:tags r:id="rId41"/>
            </p:custDataLst>
          </p:nvPr>
        </p:nvSpPr>
        <p:spPr>
          <a:xfrm>
            <a:off x="10088245" y="5334000"/>
            <a:ext cx="304165" cy="247015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0" name="任意多边形 39"/>
          <p:cNvSpPr/>
          <p:nvPr userDrawn="1">
            <p:custDataLst>
              <p:tags r:id="rId42"/>
            </p:custDataLst>
          </p:nvPr>
        </p:nvSpPr>
        <p:spPr>
          <a:xfrm>
            <a:off x="10391775" y="5344795"/>
            <a:ext cx="333375" cy="236220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5" name="任意多边形 44"/>
          <p:cNvSpPr/>
          <p:nvPr userDrawn="1">
            <p:custDataLst>
              <p:tags r:id="rId43"/>
            </p:custDataLst>
          </p:nvPr>
        </p:nvSpPr>
        <p:spPr>
          <a:xfrm>
            <a:off x="9488170" y="5511800"/>
            <a:ext cx="1772920" cy="864870"/>
          </a:xfrm>
          <a:custGeom>
            <a:avLst/>
            <a:gdLst>
              <a:gd name="connsiteX0" fmla="*/ 3258 w 7504"/>
              <a:gd name="connsiteY0" fmla="*/ 0 h 3659"/>
              <a:gd name="connsiteX1" fmla="*/ 0 w 7504"/>
              <a:gd name="connsiteY1" fmla="*/ 1551 h 3659"/>
              <a:gd name="connsiteX2" fmla="*/ 3594 w 7504"/>
              <a:gd name="connsiteY2" fmla="*/ 3659 h 3659"/>
              <a:gd name="connsiteX3" fmla="*/ 7504 w 7504"/>
              <a:gd name="connsiteY3" fmla="*/ 1715 h 3659"/>
              <a:gd name="connsiteX4" fmla="*/ 4453 w 7504"/>
              <a:gd name="connsiteY4" fmla="*/ 0 h 3659"/>
              <a:gd name="connsiteX5" fmla="*/ 3797 w 7504"/>
              <a:gd name="connsiteY5" fmla="*/ 294 h 3659"/>
              <a:gd name="connsiteX6" fmla="*/ 3258 w 7504"/>
              <a:gd name="connsiteY6" fmla="*/ 0 h 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4" h="3659">
                <a:moveTo>
                  <a:pt x="3258" y="0"/>
                </a:moveTo>
                <a:lnTo>
                  <a:pt x="0" y="1551"/>
                </a:lnTo>
                <a:lnTo>
                  <a:pt x="3594" y="3659"/>
                </a:lnTo>
                <a:lnTo>
                  <a:pt x="7504" y="1715"/>
                </a:lnTo>
                <a:lnTo>
                  <a:pt x="4453" y="0"/>
                </a:lnTo>
                <a:lnTo>
                  <a:pt x="3797" y="294"/>
                </a:lnTo>
                <a:lnTo>
                  <a:pt x="3258" y="0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8" name="任意多边形 47"/>
          <p:cNvSpPr/>
          <p:nvPr userDrawn="1">
            <p:custDataLst>
              <p:tags r:id="rId44"/>
            </p:custDataLst>
          </p:nvPr>
        </p:nvSpPr>
        <p:spPr>
          <a:xfrm>
            <a:off x="9645015" y="4592320"/>
            <a:ext cx="765810" cy="690245"/>
          </a:xfrm>
          <a:custGeom>
            <a:avLst/>
            <a:gdLst>
              <a:gd name="connsiteX0" fmla="*/ 0 w 3242"/>
              <a:gd name="connsiteY0" fmla="*/ 1532 h 2921"/>
              <a:gd name="connsiteX1" fmla="*/ 3242 w 3242"/>
              <a:gd name="connsiteY1" fmla="*/ 0 h 2921"/>
              <a:gd name="connsiteX2" fmla="*/ 3241 w 3242"/>
              <a:gd name="connsiteY2" fmla="*/ 2491 h 2921"/>
              <a:gd name="connsiteX3" fmla="*/ 2335 w 3242"/>
              <a:gd name="connsiteY3" fmla="*/ 2921 h 2921"/>
              <a:gd name="connsiteX4" fmla="*/ 0 w 3242"/>
              <a:gd name="connsiteY4" fmla="*/ 1532 h 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2" h="2921">
                <a:moveTo>
                  <a:pt x="0" y="1532"/>
                </a:moveTo>
                <a:lnTo>
                  <a:pt x="3242" y="0"/>
                </a:lnTo>
                <a:lnTo>
                  <a:pt x="3241" y="2491"/>
                </a:lnTo>
                <a:lnTo>
                  <a:pt x="2335" y="2921"/>
                </a:lnTo>
                <a:lnTo>
                  <a:pt x="0" y="15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49" name="任意多边形 48"/>
          <p:cNvSpPr/>
          <p:nvPr userDrawn="1">
            <p:custDataLst>
              <p:tags r:id="rId45"/>
            </p:custDataLst>
          </p:nvPr>
        </p:nvSpPr>
        <p:spPr>
          <a:xfrm>
            <a:off x="9643110" y="4953000"/>
            <a:ext cx="621665" cy="676910"/>
          </a:xfrm>
          <a:custGeom>
            <a:avLst/>
            <a:gdLst>
              <a:gd name="connsiteX0" fmla="*/ 0 w 2630"/>
              <a:gd name="connsiteY0" fmla="*/ 0 h 2866"/>
              <a:gd name="connsiteX1" fmla="*/ 2336 w 2630"/>
              <a:gd name="connsiteY1" fmla="*/ 1393 h 2866"/>
              <a:gd name="connsiteX2" fmla="*/ 1879 w 2630"/>
              <a:gd name="connsiteY2" fmla="*/ 1606 h 2866"/>
              <a:gd name="connsiteX3" fmla="*/ 1890 w 2630"/>
              <a:gd name="connsiteY3" fmla="*/ 1963 h 2866"/>
              <a:gd name="connsiteX4" fmla="*/ 2630 w 2630"/>
              <a:gd name="connsiteY4" fmla="*/ 2372 h 2866"/>
              <a:gd name="connsiteX5" fmla="*/ 1568 w 2630"/>
              <a:gd name="connsiteY5" fmla="*/ 2866 h 2866"/>
              <a:gd name="connsiteX6" fmla="*/ 22 w 2630"/>
              <a:gd name="connsiteY6" fmla="*/ 1973 h 2866"/>
              <a:gd name="connsiteX7" fmla="*/ 0 w 2630"/>
              <a:gd name="connsiteY7" fmla="*/ 0 h 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0" h="2866">
                <a:moveTo>
                  <a:pt x="0" y="0"/>
                </a:moveTo>
                <a:lnTo>
                  <a:pt x="2336" y="1393"/>
                </a:lnTo>
                <a:lnTo>
                  <a:pt x="1879" y="1606"/>
                </a:lnTo>
                <a:lnTo>
                  <a:pt x="1890" y="1963"/>
                </a:lnTo>
                <a:lnTo>
                  <a:pt x="2630" y="2372"/>
                </a:lnTo>
                <a:lnTo>
                  <a:pt x="1568" y="2866"/>
                </a:lnTo>
                <a:lnTo>
                  <a:pt x="22" y="19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9000">
                <a:schemeClr val="accent1"/>
              </a:gs>
              <a:gs pos="0">
                <a:schemeClr val="accent1">
                  <a:lumMod val="50000"/>
                </a:schemeClr>
              </a:gs>
            </a:gsLst>
            <a:lin ang="8100000" scaled="0"/>
          </a:gradFill>
          <a:ln>
            <a:noFill/>
          </a:ln>
          <a:effectLst>
            <a:outerShdw blurRad="889000" dist="190500" dir="8100000" algn="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5" Type="http://schemas.openxmlformats.org/officeDocument/2006/relationships/theme" Target="../theme/theme3.xml"/><Relationship Id="rId34" Type="http://schemas.openxmlformats.org/officeDocument/2006/relationships/tags" Target="../tags/tag176.xml"/><Relationship Id="rId33" Type="http://schemas.openxmlformats.org/officeDocument/2006/relationships/tags" Target="../tags/tag175.xml"/><Relationship Id="rId32" Type="http://schemas.openxmlformats.org/officeDocument/2006/relationships/tags" Target="../tags/tag174.xml"/><Relationship Id="rId31" Type="http://schemas.openxmlformats.org/officeDocument/2006/relationships/tags" Target="../tags/tag173.xml"/><Relationship Id="rId30" Type="http://schemas.openxmlformats.org/officeDocument/2006/relationships/tags" Target="../tags/tag172.xml"/><Relationship Id="rId3" Type="http://schemas.openxmlformats.org/officeDocument/2006/relationships/slideLayout" Target="../slideLayouts/slideLayout23.xml"/><Relationship Id="rId29" Type="http://schemas.openxmlformats.org/officeDocument/2006/relationships/tags" Target="../tags/tag171.xml"/><Relationship Id="rId28" Type="http://schemas.openxmlformats.org/officeDocument/2006/relationships/tags" Target="../tags/tag170.xml"/><Relationship Id="rId27" Type="http://schemas.openxmlformats.org/officeDocument/2006/relationships/tags" Target="../tags/tag169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slideLayout" Target="../slideLayouts/slideLayout22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" Type="http://schemas.openxmlformats.org/officeDocument/2006/relationships/tags" Target="../tags/tag158.xml"/><Relationship Id="rId15" Type="http://schemas.openxmlformats.org/officeDocument/2006/relationships/tags" Target="../tags/tag157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3" name="任意多边形 32"/>
          <p:cNvSpPr/>
          <p:nvPr userDrawn="1">
            <p:custDataLst>
              <p:tags r:id="rId17"/>
            </p:custDataLst>
          </p:nvPr>
        </p:nvSpPr>
        <p:spPr>
          <a:xfrm>
            <a:off x="10276840" y="4488815"/>
            <a:ext cx="1400810" cy="650240"/>
          </a:xfrm>
          <a:custGeom>
            <a:avLst/>
            <a:gdLst>
              <a:gd name="connsiteX0" fmla="*/ 0 w 7507"/>
              <a:gd name="connsiteY0" fmla="*/ 1449 h 3482"/>
              <a:gd name="connsiteX1" fmla="*/ 3079 w 7507"/>
              <a:gd name="connsiteY1" fmla="*/ 0 h 3482"/>
              <a:gd name="connsiteX2" fmla="*/ 3738 w 7507"/>
              <a:gd name="connsiteY2" fmla="*/ 362 h 3482"/>
              <a:gd name="connsiteX3" fmla="*/ 4529 w 7507"/>
              <a:gd name="connsiteY3" fmla="*/ 1 h 3482"/>
              <a:gd name="connsiteX4" fmla="*/ 7507 w 7507"/>
              <a:gd name="connsiteY4" fmla="*/ 1625 h 3482"/>
              <a:gd name="connsiteX5" fmla="*/ 3603 w 7507"/>
              <a:gd name="connsiteY5" fmla="*/ 3482 h 3482"/>
              <a:gd name="connsiteX6" fmla="*/ 0 w 7507"/>
              <a:gd name="connsiteY6" fmla="*/ 1449 h 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7" h="3482">
                <a:moveTo>
                  <a:pt x="0" y="1449"/>
                </a:moveTo>
                <a:lnTo>
                  <a:pt x="3079" y="0"/>
                </a:lnTo>
                <a:lnTo>
                  <a:pt x="3738" y="362"/>
                </a:lnTo>
                <a:lnTo>
                  <a:pt x="4529" y="1"/>
                </a:lnTo>
                <a:lnTo>
                  <a:pt x="7507" y="1625"/>
                </a:lnTo>
                <a:lnTo>
                  <a:pt x="3603" y="3482"/>
                </a:lnTo>
                <a:lnTo>
                  <a:pt x="0" y="1449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5" name="任意多边形 34"/>
          <p:cNvSpPr/>
          <p:nvPr userDrawn="1">
            <p:custDataLst>
              <p:tags r:id="rId18"/>
            </p:custDataLst>
          </p:nvPr>
        </p:nvSpPr>
        <p:spPr>
          <a:xfrm>
            <a:off x="10275570" y="4758690"/>
            <a:ext cx="674370" cy="1067435"/>
          </a:xfrm>
          <a:custGeom>
            <a:avLst/>
            <a:gdLst>
              <a:gd name="connsiteX0" fmla="*/ 0 w 3614"/>
              <a:gd name="connsiteY0" fmla="*/ 0 h 5720"/>
              <a:gd name="connsiteX1" fmla="*/ 1 w 3614"/>
              <a:gd name="connsiteY1" fmla="*/ 2602 h 5720"/>
              <a:gd name="connsiteX2" fmla="*/ 1316 w 3614"/>
              <a:gd name="connsiteY2" fmla="*/ 3297 h 5720"/>
              <a:gd name="connsiteX3" fmla="*/ 1321 w 3614"/>
              <a:gd name="connsiteY3" fmla="*/ 3657 h 5720"/>
              <a:gd name="connsiteX4" fmla="*/ 566 w 3614"/>
              <a:gd name="connsiteY4" fmla="*/ 4007 h 5720"/>
              <a:gd name="connsiteX5" fmla="*/ 3614 w 3614"/>
              <a:gd name="connsiteY5" fmla="*/ 5720 h 5720"/>
              <a:gd name="connsiteX6" fmla="*/ 3608 w 3614"/>
              <a:gd name="connsiteY6" fmla="*/ 2042 h 5720"/>
              <a:gd name="connsiteX7" fmla="*/ 0 w 3614"/>
              <a:gd name="connsiteY7" fmla="*/ 0 h 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" h="5720">
                <a:moveTo>
                  <a:pt x="0" y="0"/>
                </a:moveTo>
                <a:lnTo>
                  <a:pt x="1" y="2602"/>
                </a:lnTo>
                <a:lnTo>
                  <a:pt x="1316" y="3297"/>
                </a:lnTo>
                <a:lnTo>
                  <a:pt x="1321" y="3657"/>
                </a:lnTo>
                <a:lnTo>
                  <a:pt x="566" y="4007"/>
                </a:lnTo>
                <a:lnTo>
                  <a:pt x="3614" y="5720"/>
                </a:lnTo>
                <a:lnTo>
                  <a:pt x="3608" y="20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6" name="任意多边形 35"/>
          <p:cNvSpPr/>
          <p:nvPr userDrawn="1">
            <p:custDataLst>
              <p:tags r:id="rId19"/>
            </p:custDataLst>
          </p:nvPr>
        </p:nvSpPr>
        <p:spPr>
          <a:xfrm>
            <a:off x="10945495" y="4791710"/>
            <a:ext cx="731520" cy="1423035"/>
          </a:xfrm>
          <a:custGeom>
            <a:avLst/>
            <a:gdLst>
              <a:gd name="connsiteX0" fmla="*/ 0 w 3920"/>
              <a:gd name="connsiteY0" fmla="*/ 1868 h 7624"/>
              <a:gd name="connsiteX1" fmla="*/ 3920 w 3920"/>
              <a:gd name="connsiteY1" fmla="*/ 0 h 7624"/>
              <a:gd name="connsiteX2" fmla="*/ 3914 w 3920"/>
              <a:gd name="connsiteY2" fmla="*/ 5705 h 7624"/>
              <a:gd name="connsiteX3" fmla="*/ 27 w 3920"/>
              <a:gd name="connsiteY3" fmla="*/ 7624 h 7624"/>
              <a:gd name="connsiteX4" fmla="*/ 0 w 3920"/>
              <a:gd name="connsiteY4" fmla="*/ 1868 h 7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20" h="7624">
                <a:moveTo>
                  <a:pt x="0" y="1868"/>
                </a:moveTo>
                <a:lnTo>
                  <a:pt x="3920" y="0"/>
                </a:lnTo>
                <a:lnTo>
                  <a:pt x="3914" y="5705"/>
                </a:lnTo>
                <a:lnTo>
                  <a:pt x="27" y="7624"/>
                </a:lnTo>
                <a:lnTo>
                  <a:pt x="0" y="1868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8" name="任意多边形 37"/>
          <p:cNvSpPr/>
          <p:nvPr userDrawn="1">
            <p:custDataLst>
              <p:tags r:id="rId20"/>
            </p:custDataLst>
          </p:nvPr>
        </p:nvSpPr>
        <p:spPr>
          <a:xfrm>
            <a:off x="10020300" y="5244465"/>
            <a:ext cx="502285" cy="25400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2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9" name="任意多边形 38"/>
          <p:cNvSpPr/>
          <p:nvPr userDrawn="1">
            <p:custDataLst>
              <p:tags r:id="rId21"/>
            </p:custDataLst>
          </p:nvPr>
        </p:nvSpPr>
        <p:spPr>
          <a:xfrm>
            <a:off x="10020300" y="5367020"/>
            <a:ext cx="240030" cy="195580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0" name="任意多边形 39"/>
          <p:cNvSpPr/>
          <p:nvPr userDrawn="1">
            <p:custDataLst>
              <p:tags r:id="rId22"/>
            </p:custDataLst>
          </p:nvPr>
        </p:nvSpPr>
        <p:spPr>
          <a:xfrm>
            <a:off x="10260330" y="5375275"/>
            <a:ext cx="262890" cy="186690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1" name="任意多边形 40"/>
          <p:cNvSpPr/>
          <p:nvPr userDrawn="1">
            <p:custDataLst>
              <p:tags r:id="rId23"/>
            </p:custDataLst>
          </p:nvPr>
        </p:nvSpPr>
        <p:spPr>
          <a:xfrm>
            <a:off x="10778490" y="4300220"/>
            <a:ext cx="408305" cy="205740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2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2" name="任意多边形 41"/>
          <p:cNvSpPr/>
          <p:nvPr userDrawn="1">
            <p:custDataLst>
              <p:tags r:id="rId24"/>
            </p:custDataLst>
          </p:nvPr>
        </p:nvSpPr>
        <p:spPr>
          <a:xfrm>
            <a:off x="10778490" y="4399280"/>
            <a:ext cx="194945" cy="158115"/>
          </a:xfrm>
          <a:custGeom>
            <a:avLst/>
            <a:gdLst>
              <a:gd name="connsiteX0" fmla="*/ 0 w 1286"/>
              <a:gd name="connsiteY0" fmla="*/ 0 h 1047"/>
              <a:gd name="connsiteX1" fmla="*/ 0 w 1286"/>
              <a:gd name="connsiteY1" fmla="*/ 351 h 1047"/>
              <a:gd name="connsiteX2" fmla="*/ 1286 w 1286"/>
              <a:gd name="connsiteY2" fmla="*/ 1047 h 1047"/>
              <a:gd name="connsiteX3" fmla="*/ 1286 w 1286"/>
              <a:gd name="connsiteY3" fmla="*/ 698 h 1047"/>
              <a:gd name="connsiteX4" fmla="*/ 0 w 1286"/>
              <a:gd name="connsiteY4" fmla="*/ 0 h 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" h="1047">
                <a:moveTo>
                  <a:pt x="0" y="0"/>
                </a:moveTo>
                <a:lnTo>
                  <a:pt x="0" y="351"/>
                </a:lnTo>
                <a:lnTo>
                  <a:pt x="1286" y="1047"/>
                </a:lnTo>
                <a:lnTo>
                  <a:pt x="1286" y="6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3" name="任意多边形 42"/>
          <p:cNvSpPr/>
          <p:nvPr userDrawn="1">
            <p:custDataLst>
              <p:tags r:id="rId25"/>
            </p:custDataLst>
          </p:nvPr>
        </p:nvSpPr>
        <p:spPr>
          <a:xfrm>
            <a:off x="10972800" y="4406265"/>
            <a:ext cx="213360" cy="151765"/>
          </a:xfrm>
          <a:custGeom>
            <a:avLst/>
            <a:gdLst>
              <a:gd name="connsiteX0" fmla="*/ 0 w 1410"/>
              <a:gd name="connsiteY0" fmla="*/ 660 h 1000"/>
              <a:gd name="connsiteX1" fmla="*/ 0 w 1410"/>
              <a:gd name="connsiteY1" fmla="*/ 1000 h 1000"/>
              <a:gd name="connsiteX2" fmla="*/ 1410 w 1410"/>
              <a:gd name="connsiteY2" fmla="*/ 360 h 1000"/>
              <a:gd name="connsiteX3" fmla="*/ 1405 w 1410"/>
              <a:gd name="connsiteY3" fmla="*/ 0 h 1000"/>
              <a:gd name="connsiteX4" fmla="*/ 0 w 1410"/>
              <a:gd name="connsiteY4" fmla="*/ 660 h 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" h="1000">
                <a:moveTo>
                  <a:pt x="0" y="660"/>
                </a:moveTo>
                <a:lnTo>
                  <a:pt x="0" y="1000"/>
                </a:lnTo>
                <a:lnTo>
                  <a:pt x="1410" y="360"/>
                </a:lnTo>
                <a:lnTo>
                  <a:pt x="1405" y="0"/>
                </a:lnTo>
                <a:lnTo>
                  <a:pt x="0" y="66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5" name="任意多边形 44"/>
          <p:cNvSpPr/>
          <p:nvPr userDrawn="1">
            <p:custDataLst>
              <p:tags r:id="rId26"/>
            </p:custDataLst>
          </p:nvPr>
        </p:nvSpPr>
        <p:spPr>
          <a:xfrm>
            <a:off x="9550400" y="5507355"/>
            <a:ext cx="1400175" cy="682625"/>
          </a:xfrm>
          <a:custGeom>
            <a:avLst/>
            <a:gdLst>
              <a:gd name="connsiteX0" fmla="*/ 3258 w 7504"/>
              <a:gd name="connsiteY0" fmla="*/ 0 h 3659"/>
              <a:gd name="connsiteX1" fmla="*/ 0 w 7504"/>
              <a:gd name="connsiteY1" fmla="*/ 1551 h 3659"/>
              <a:gd name="connsiteX2" fmla="*/ 3594 w 7504"/>
              <a:gd name="connsiteY2" fmla="*/ 3659 h 3659"/>
              <a:gd name="connsiteX3" fmla="*/ 7504 w 7504"/>
              <a:gd name="connsiteY3" fmla="*/ 1715 h 3659"/>
              <a:gd name="connsiteX4" fmla="*/ 4453 w 7504"/>
              <a:gd name="connsiteY4" fmla="*/ 0 h 3659"/>
              <a:gd name="connsiteX5" fmla="*/ 3797 w 7504"/>
              <a:gd name="connsiteY5" fmla="*/ 294 h 3659"/>
              <a:gd name="connsiteX6" fmla="*/ 3258 w 7504"/>
              <a:gd name="connsiteY6" fmla="*/ 0 h 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04" h="3659">
                <a:moveTo>
                  <a:pt x="3258" y="0"/>
                </a:moveTo>
                <a:lnTo>
                  <a:pt x="0" y="1551"/>
                </a:lnTo>
                <a:lnTo>
                  <a:pt x="3594" y="3659"/>
                </a:lnTo>
                <a:lnTo>
                  <a:pt x="7504" y="1715"/>
                </a:lnTo>
                <a:lnTo>
                  <a:pt x="4453" y="0"/>
                </a:lnTo>
                <a:lnTo>
                  <a:pt x="3797" y="294"/>
                </a:lnTo>
                <a:lnTo>
                  <a:pt x="3258" y="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6" name="任意多边形 45"/>
          <p:cNvSpPr/>
          <p:nvPr userDrawn="1">
            <p:custDataLst>
              <p:tags r:id="rId27"/>
            </p:custDataLst>
          </p:nvPr>
        </p:nvSpPr>
        <p:spPr>
          <a:xfrm>
            <a:off x="9551035" y="5796915"/>
            <a:ext cx="671830" cy="773430"/>
          </a:xfrm>
          <a:custGeom>
            <a:avLst/>
            <a:gdLst>
              <a:gd name="connsiteX0" fmla="*/ 0 w 3600"/>
              <a:gd name="connsiteY0" fmla="*/ 0 h 4144"/>
              <a:gd name="connsiteX1" fmla="*/ 0 w 3600"/>
              <a:gd name="connsiteY1" fmla="*/ 2101 h 4144"/>
              <a:gd name="connsiteX2" fmla="*/ 3594 w 3600"/>
              <a:gd name="connsiteY2" fmla="*/ 4144 h 4144"/>
              <a:gd name="connsiteX3" fmla="*/ 3600 w 3600"/>
              <a:gd name="connsiteY3" fmla="*/ 2112 h 4144"/>
              <a:gd name="connsiteX4" fmla="*/ 0 w 3600"/>
              <a:gd name="connsiteY4" fmla="*/ 0 h 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" h="4144">
                <a:moveTo>
                  <a:pt x="0" y="0"/>
                </a:moveTo>
                <a:lnTo>
                  <a:pt x="0" y="2101"/>
                </a:lnTo>
                <a:lnTo>
                  <a:pt x="3594" y="4144"/>
                </a:lnTo>
                <a:lnTo>
                  <a:pt x="3600" y="21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7" name="任意多边形 46"/>
          <p:cNvSpPr/>
          <p:nvPr userDrawn="1">
            <p:custDataLst>
              <p:tags r:id="rId28"/>
            </p:custDataLst>
          </p:nvPr>
        </p:nvSpPr>
        <p:spPr>
          <a:xfrm>
            <a:off x="10221595" y="5828030"/>
            <a:ext cx="728980" cy="742315"/>
          </a:xfrm>
          <a:custGeom>
            <a:avLst/>
            <a:gdLst>
              <a:gd name="connisteX0" fmla="*/ 0 w 2481580"/>
              <a:gd name="connsiteY0" fmla="*/ 1235075 h 2524760"/>
              <a:gd name="connisteX1" fmla="*/ 0 w 2481580"/>
              <a:gd name="connsiteY1" fmla="*/ 2524760 h 2524760"/>
              <a:gd name="connisteX2" fmla="*/ 2481580 w 2481580"/>
              <a:gd name="connsiteY2" fmla="*/ 1311275 h 2524760"/>
              <a:gd name="connisteX3" fmla="*/ 2481580 w 2481580"/>
              <a:gd name="connsiteY3" fmla="*/ 0 h 2524760"/>
              <a:gd name="connisteX4" fmla="*/ 0 w 2481580"/>
              <a:gd name="connsiteY4" fmla="*/ 1235075 h 25247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481580" h="2524760">
                <a:moveTo>
                  <a:pt x="0" y="1235075"/>
                </a:moveTo>
                <a:lnTo>
                  <a:pt x="0" y="2524760"/>
                </a:lnTo>
                <a:lnTo>
                  <a:pt x="2481580" y="1311275"/>
                </a:lnTo>
                <a:lnTo>
                  <a:pt x="2481580" y="0"/>
                </a:lnTo>
                <a:lnTo>
                  <a:pt x="0" y="1235075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8" name="任意多边形 47"/>
          <p:cNvSpPr/>
          <p:nvPr userDrawn="1">
            <p:custDataLst>
              <p:tags r:id="rId29"/>
            </p:custDataLst>
          </p:nvPr>
        </p:nvSpPr>
        <p:spPr>
          <a:xfrm>
            <a:off x="9670415" y="4780915"/>
            <a:ext cx="605155" cy="544830"/>
          </a:xfrm>
          <a:custGeom>
            <a:avLst/>
            <a:gdLst>
              <a:gd name="connsiteX0" fmla="*/ 0 w 3242"/>
              <a:gd name="connsiteY0" fmla="*/ 1532 h 2921"/>
              <a:gd name="connsiteX1" fmla="*/ 3242 w 3242"/>
              <a:gd name="connsiteY1" fmla="*/ 0 h 2921"/>
              <a:gd name="connsiteX2" fmla="*/ 3241 w 3242"/>
              <a:gd name="connsiteY2" fmla="*/ 2491 h 2921"/>
              <a:gd name="connsiteX3" fmla="*/ 2335 w 3242"/>
              <a:gd name="connsiteY3" fmla="*/ 2921 h 2921"/>
              <a:gd name="connsiteX4" fmla="*/ 0 w 3242"/>
              <a:gd name="connsiteY4" fmla="*/ 1532 h 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2" h="2921">
                <a:moveTo>
                  <a:pt x="0" y="1532"/>
                </a:moveTo>
                <a:lnTo>
                  <a:pt x="3242" y="0"/>
                </a:lnTo>
                <a:lnTo>
                  <a:pt x="3241" y="2491"/>
                </a:lnTo>
                <a:lnTo>
                  <a:pt x="2335" y="2921"/>
                </a:lnTo>
                <a:lnTo>
                  <a:pt x="0" y="1532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49" name="任意多边形 48"/>
          <p:cNvSpPr/>
          <p:nvPr userDrawn="1">
            <p:custDataLst>
              <p:tags r:id="rId30"/>
            </p:custDataLst>
          </p:nvPr>
        </p:nvSpPr>
        <p:spPr>
          <a:xfrm>
            <a:off x="9669145" y="5066030"/>
            <a:ext cx="490855" cy="534670"/>
          </a:xfrm>
          <a:custGeom>
            <a:avLst/>
            <a:gdLst>
              <a:gd name="connsiteX0" fmla="*/ 0 w 2630"/>
              <a:gd name="connsiteY0" fmla="*/ 0 h 2866"/>
              <a:gd name="connsiteX1" fmla="*/ 2336 w 2630"/>
              <a:gd name="connsiteY1" fmla="*/ 1393 h 2866"/>
              <a:gd name="connsiteX2" fmla="*/ 1879 w 2630"/>
              <a:gd name="connsiteY2" fmla="*/ 1606 h 2866"/>
              <a:gd name="connsiteX3" fmla="*/ 1890 w 2630"/>
              <a:gd name="connsiteY3" fmla="*/ 1963 h 2866"/>
              <a:gd name="connsiteX4" fmla="*/ 2630 w 2630"/>
              <a:gd name="connsiteY4" fmla="*/ 2372 h 2866"/>
              <a:gd name="connsiteX5" fmla="*/ 1568 w 2630"/>
              <a:gd name="connsiteY5" fmla="*/ 2866 h 2866"/>
              <a:gd name="connsiteX6" fmla="*/ 22 w 2630"/>
              <a:gd name="connsiteY6" fmla="*/ 1973 h 2866"/>
              <a:gd name="connsiteX7" fmla="*/ 0 w 2630"/>
              <a:gd name="connsiteY7" fmla="*/ 0 h 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0" h="2866">
                <a:moveTo>
                  <a:pt x="0" y="0"/>
                </a:moveTo>
                <a:lnTo>
                  <a:pt x="2336" y="1393"/>
                </a:lnTo>
                <a:lnTo>
                  <a:pt x="1879" y="1606"/>
                </a:lnTo>
                <a:lnTo>
                  <a:pt x="1890" y="1963"/>
                </a:lnTo>
                <a:lnTo>
                  <a:pt x="2630" y="2372"/>
                </a:lnTo>
                <a:lnTo>
                  <a:pt x="1568" y="2866"/>
                </a:lnTo>
                <a:lnTo>
                  <a:pt x="22" y="19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51" name="任意多边形 50"/>
          <p:cNvSpPr/>
          <p:nvPr userDrawn="1">
            <p:custDataLst>
              <p:tags r:id="rId31"/>
            </p:custDataLst>
          </p:nvPr>
        </p:nvSpPr>
        <p:spPr>
          <a:xfrm>
            <a:off x="9829165" y="3862070"/>
            <a:ext cx="833755" cy="421005"/>
          </a:xfrm>
          <a:custGeom>
            <a:avLst/>
            <a:gdLst>
              <a:gd name="connsiteX0" fmla="*/ 0 w 2693"/>
              <a:gd name="connsiteY0" fmla="*/ 657 h 1360"/>
              <a:gd name="connsiteX1" fmla="*/ 1371 w 2693"/>
              <a:gd name="connsiteY1" fmla="*/ 0 h 1360"/>
              <a:gd name="connsiteX2" fmla="*/ 2693 w 2693"/>
              <a:gd name="connsiteY2" fmla="*/ 699 h 1360"/>
              <a:gd name="connsiteX3" fmla="*/ 1286 w 2693"/>
              <a:gd name="connsiteY3" fmla="*/ 1360 h 1360"/>
              <a:gd name="connsiteX4" fmla="*/ 0 w 2693"/>
              <a:gd name="connsiteY4" fmla="*/ 657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3" h="1360">
                <a:moveTo>
                  <a:pt x="0" y="657"/>
                </a:moveTo>
                <a:lnTo>
                  <a:pt x="1371" y="0"/>
                </a:lnTo>
                <a:lnTo>
                  <a:pt x="2693" y="699"/>
                </a:lnTo>
                <a:lnTo>
                  <a:pt x="1286" y="1360"/>
                </a:lnTo>
                <a:lnTo>
                  <a:pt x="0" y="657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55" name="任意多边形 54"/>
          <p:cNvSpPr/>
          <p:nvPr userDrawn="1">
            <p:custDataLst>
              <p:tags r:id="rId32"/>
            </p:custDataLst>
          </p:nvPr>
        </p:nvSpPr>
        <p:spPr>
          <a:xfrm>
            <a:off x="9827895" y="4065905"/>
            <a:ext cx="404495" cy="413385"/>
          </a:xfrm>
          <a:custGeom>
            <a:avLst/>
            <a:gdLst>
              <a:gd name="connsiteX0" fmla="*/ 9 w 2166"/>
              <a:gd name="connsiteY0" fmla="*/ 0 h 2214"/>
              <a:gd name="connsiteX1" fmla="*/ 0 w 2166"/>
              <a:gd name="connsiteY1" fmla="*/ 975 h 2214"/>
              <a:gd name="connsiteX2" fmla="*/ 2166 w 2166"/>
              <a:gd name="connsiteY2" fmla="*/ 2214 h 2214"/>
              <a:gd name="connsiteX3" fmla="*/ 2138 w 2166"/>
              <a:gd name="connsiteY3" fmla="*/ 1163 h 2214"/>
              <a:gd name="connsiteX4" fmla="*/ 9 w 2166"/>
              <a:gd name="connsiteY4" fmla="*/ 0 h 2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6" h="2214">
                <a:moveTo>
                  <a:pt x="9" y="0"/>
                </a:moveTo>
                <a:lnTo>
                  <a:pt x="0" y="975"/>
                </a:lnTo>
                <a:lnTo>
                  <a:pt x="2166" y="2214"/>
                </a:lnTo>
                <a:lnTo>
                  <a:pt x="2138" y="1163"/>
                </a:lnTo>
                <a:lnTo>
                  <a:pt x="9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56" name="任意多边形 55"/>
          <p:cNvSpPr/>
          <p:nvPr userDrawn="1">
            <p:custDataLst>
              <p:tags r:id="rId33"/>
            </p:custDataLst>
          </p:nvPr>
        </p:nvSpPr>
        <p:spPr>
          <a:xfrm>
            <a:off x="10227310" y="4078605"/>
            <a:ext cx="434975" cy="398145"/>
          </a:xfrm>
          <a:custGeom>
            <a:avLst/>
            <a:gdLst>
              <a:gd name="connsiteX0" fmla="*/ 0 w 2332"/>
              <a:gd name="connsiteY0" fmla="*/ 1095 h 2135"/>
              <a:gd name="connsiteX1" fmla="*/ 30 w 2332"/>
              <a:gd name="connsiteY1" fmla="*/ 2135 h 2135"/>
              <a:gd name="connsiteX2" fmla="*/ 2332 w 2332"/>
              <a:gd name="connsiteY2" fmla="*/ 1035 h 2135"/>
              <a:gd name="connsiteX3" fmla="*/ 2330 w 2332"/>
              <a:gd name="connsiteY3" fmla="*/ 0 h 2135"/>
              <a:gd name="connsiteX4" fmla="*/ 0 w 2332"/>
              <a:gd name="connsiteY4" fmla="*/ 1095 h 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2" h="2135">
                <a:moveTo>
                  <a:pt x="0" y="1095"/>
                </a:moveTo>
                <a:lnTo>
                  <a:pt x="30" y="2135"/>
                </a:lnTo>
                <a:lnTo>
                  <a:pt x="2332" y="1035"/>
                </a:lnTo>
                <a:lnTo>
                  <a:pt x="2330" y="0"/>
                </a:lnTo>
                <a:lnTo>
                  <a:pt x="0" y="1095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3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1"/>
          </a:solidFill>
          <a:latin typeface="+mj-ea"/>
          <a:ea typeface="+mj-ea"/>
          <a:cs typeface="MiSans Medium" panose="000006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ea"/>
          <a:ea typeface="+mn-ea"/>
          <a:cs typeface="MiSans Medium" panose="000006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b="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MiSans Medium" panose="000006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b="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MiSans Medium" panose="00000600000000000000" charset="-122"/>
          <a:sym typeface="MiSans Medium" panose="000006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MiSans Medium" panose="00000600000000000000" charset="-122"/>
          <a:sym typeface="MiSans Medium" panose="000006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MiSans Medium" panose="00000600000000000000" charset="-122"/>
          <a:sym typeface="MiSans Medium" panose="000006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6" Type="http://schemas.openxmlformats.org/officeDocument/2006/relationships/slideLayout" Target="../slideLayouts/slideLayout23.xml"/><Relationship Id="rId35" Type="http://schemas.openxmlformats.org/officeDocument/2006/relationships/tags" Target="../tags/tag215.xml"/><Relationship Id="rId34" Type="http://schemas.openxmlformats.org/officeDocument/2006/relationships/tags" Target="../tags/tag214.xml"/><Relationship Id="rId33" Type="http://schemas.openxmlformats.org/officeDocument/2006/relationships/tags" Target="../tags/tag213.xml"/><Relationship Id="rId32" Type="http://schemas.openxmlformats.org/officeDocument/2006/relationships/tags" Target="../tags/tag212.xml"/><Relationship Id="rId31" Type="http://schemas.openxmlformats.org/officeDocument/2006/relationships/tags" Target="../tags/tag211.xml"/><Relationship Id="rId30" Type="http://schemas.openxmlformats.org/officeDocument/2006/relationships/tags" Target="../tags/tag210.xml"/><Relationship Id="rId3" Type="http://schemas.openxmlformats.org/officeDocument/2006/relationships/tags" Target="../tags/tag183.xml"/><Relationship Id="rId29" Type="http://schemas.openxmlformats.org/officeDocument/2006/relationships/tags" Target="../tags/tag209.xml"/><Relationship Id="rId28" Type="http://schemas.openxmlformats.org/officeDocument/2006/relationships/tags" Target="../tags/tag208.xml"/><Relationship Id="rId27" Type="http://schemas.openxmlformats.org/officeDocument/2006/relationships/tags" Target="../tags/tag207.xml"/><Relationship Id="rId26" Type="http://schemas.openxmlformats.org/officeDocument/2006/relationships/tags" Target="../tags/tag206.xml"/><Relationship Id="rId25" Type="http://schemas.openxmlformats.org/officeDocument/2006/relationships/tags" Target="../tags/tag205.xml"/><Relationship Id="rId24" Type="http://schemas.openxmlformats.org/officeDocument/2006/relationships/tags" Target="../tags/tag204.xml"/><Relationship Id="rId23" Type="http://schemas.openxmlformats.org/officeDocument/2006/relationships/tags" Target="../tags/tag203.xml"/><Relationship Id="rId22" Type="http://schemas.openxmlformats.org/officeDocument/2006/relationships/tags" Target="../tags/tag202.xml"/><Relationship Id="rId21" Type="http://schemas.openxmlformats.org/officeDocument/2006/relationships/tags" Target="../tags/tag201.xml"/><Relationship Id="rId20" Type="http://schemas.openxmlformats.org/officeDocument/2006/relationships/tags" Target="../tags/tag200.xml"/><Relationship Id="rId2" Type="http://schemas.openxmlformats.org/officeDocument/2006/relationships/tags" Target="../tags/tag182.xml"/><Relationship Id="rId19" Type="http://schemas.openxmlformats.org/officeDocument/2006/relationships/tags" Target="../tags/tag199.xml"/><Relationship Id="rId18" Type="http://schemas.openxmlformats.org/officeDocument/2006/relationships/tags" Target="../tags/tag198.xml"/><Relationship Id="rId17" Type="http://schemas.openxmlformats.org/officeDocument/2006/relationships/tags" Target="../tags/tag197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7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6" Type="http://schemas.openxmlformats.org/officeDocument/2006/relationships/slideLayout" Target="../slideLayouts/slideLayout27.xml"/><Relationship Id="rId15" Type="http://schemas.openxmlformats.org/officeDocument/2006/relationships/tags" Target="../tags/tag239.xml"/><Relationship Id="rId14" Type="http://schemas.openxmlformats.org/officeDocument/2006/relationships/image" Target="../media/image4.png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image" Target="../media/image3.svg"/><Relationship Id="rId10" Type="http://schemas.openxmlformats.org/officeDocument/2006/relationships/tags" Target="../tags/tag236.xml"/><Relationship Id="rId1" Type="http://schemas.openxmlformats.org/officeDocument/2006/relationships/tags" Target="../tags/tag22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5" Type="http://schemas.openxmlformats.org/officeDocument/2006/relationships/slideLayout" Target="../slideLayouts/slideLayout22.xml"/><Relationship Id="rId14" Type="http://schemas.openxmlformats.org/officeDocument/2006/relationships/tags" Target="../tags/tag252.xml"/><Relationship Id="rId13" Type="http://schemas.openxmlformats.org/officeDocument/2006/relationships/image" Target="../media/image5.png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9" Type="http://schemas.openxmlformats.org/officeDocument/2006/relationships/slideLayout" Target="../slideLayouts/slideLayout27.xml"/><Relationship Id="rId18" Type="http://schemas.openxmlformats.org/officeDocument/2006/relationships/tags" Target="../tags/tag264.xml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260.xml"/><Relationship Id="rId1" Type="http://schemas.openxmlformats.org/officeDocument/2006/relationships/tags" Target="../tags/tag25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267.xml"/><Relationship Id="rId20" Type="http://schemas.openxmlformats.org/officeDocument/2006/relationships/slideLayout" Target="../slideLayouts/slideLayout27.xml"/><Relationship Id="rId2" Type="http://schemas.openxmlformats.org/officeDocument/2006/relationships/tags" Target="../tags/tag266.xml"/><Relationship Id="rId19" Type="http://schemas.openxmlformats.org/officeDocument/2006/relationships/tags" Target="../tags/tag276.xml"/><Relationship Id="rId18" Type="http://schemas.openxmlformats.org/officeDocument/2006/relationships/image" Target="../media/image18.jpeg"/><Relationship Id="rId17" Type="http://schemas.openxmlformats.org/officeDocument/2006/relationships/image" Target="../media/image17.jpeg"/><Relationship Id="rId16" Type="http://schemas.openxmlformats.org/officeDocument/2006/relationships/image" Target="../media/image16.png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tags" Target="../tags/tag272.xml"/><Relationship Id="rId1" Type="http://schemas.openxmlformats.org/officeDocument/2006/relationships/tags" Target="../tags/tag26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7.xml"/><Relationship Id="rId10" Type="http://schemas.openxmlformats.org/officeDocument/2006/relationships/tags" Target="../tags/tag286.xml"/><Relationship Id="rId1" Type="http://schemas.openxmlformats.org/officeDocument/2006/relationships/tags" Target="../tags/tag2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07340" y="-757555"/>
            <a:ext cx="6863080" cy="4726305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b="1"/>
              <a:t>2026</a:t>
            </a:r>
            <a:r>
              <a:rPr lang="zh-CN" altLang="en-US" sz="4400" b="1"/>
              <a:t>年江西省</a:t>
            </a:r>
            <a:r>
              <a:rPr lang="en-US" altLang="zh-CN" sz="4400" b="1"/>
              <a:t>"</a:t>
            </a:r>
            <a:r>
              <a:rPr lang="zh-CN" altLang="en-US" sz="4400" b="1"/>
              <a:t>振兴杯</a:t>
            </a:r>
            <a:r>
              <a:rPr lang="en-US" altLang="zh-CN" sz="4400" b="1"/>
              <a:t>"</a:t>
            </a:r>
            <a:r>
              <a:rPr lang="zh-CN" altLang="en-US" sz="4400" b="1"/>
              <a:t>职业技能竞赛</a:t>
            </a:r>
            <a:br>
              <a:rPr lang="zh-CN" altLang="en-US" sz="4000" b="1"/>
            </a:br>
            <a:br>
              <a:rPr lang="zh-CN" altLang="en-US" sz="4000" b="1"/>
            </a:br>
            <a:r>
              <a:rPr sz="4000" b="1">
                <a:solidFill>
                  <a:srgbClr val="C00002"/>
                </a:solidFill>
                <a:latin typeface="华文中宋" panose="02010600040101010101" charset="-122"/>
                <a:sym typeface="+mn-ea"/>
              </a:rPr>
              <a:t>电子专用设备装调工赛项</a:t>
            </a:r>
            <a:endParaRPr lang="zh-CN" altLang="en-US" sz="4000" b="1"/>
          </a:p>
        </p:txBody>
      </p:sp>
      <p:sp>
        <p:nvSpPr>
          <p:cNvPr id="48" name="日期时间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59425" y="5060315"/>
            <a:ext cx="2160000" cy="50419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1"/>
                </a:solidFill>
                <a:latin typeface="+mn-ea"/>
                <a:ea typeface="+mn-ea"/>
                <a:cs typeface="MiSans Medium" panose="000006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>
                <a:solidFill>
                  <a:schemeClr val="accent1"/>
                </a:solidFill>
              </a:rPr>
              <a:t>2026</a:t>
            </a:r>
            <a:r>
              <a:rPr lang="zh-CN" altLang="en-US">
                <a:solidFill>
                  <a:schemeClr val="accent1"/>
                </a:solidFill>
              </a:rPr>
              <a:t>年</a:t>
            </a:r>
            <a:r>
              <a:rPr lang="en-US" altLang="zh-CN">
                <a:solidFill>
                  <a:schemeClr val="accent1"/>
                </a:solidFill>
              </a:rPr>
              <a:t>4</a:t>
            </a:r>
            <a:r>
              <a:rPr lang="zh-CN" altLang="en-US">
                <a:solidFill>
                  <a:schemeClr val="accent1"/>
                </a:solidFill>
              </a:rPr>
              <a:t>月</a:t>
            </a:r>
            <a:r>
              <a:rPr lang="en-US" altLang="zh-CN">
                <a:solidFill>
                  <a:schemeClr val="accent1"/>
                </a:solidFill>
              </a:rPr>
              <a:t>13</a:t>
            </a:r>
            <a:r>
              <a:rPr lang="zh-CN" altLang="en-US">
                <a:solidFill>
                  <a:schemeClr val="accent1"/>
                </a:solidFill>
              </a:rPr>
              <a:t>日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9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82320" y="5060315"/>
            <a:ext cx="4613275" cy="504190"/>
          </a:xfrm>
          <a:prstGeom prst="rect">
            <a:avLst/>
          </a:prstGeom>
          <a:solidFill>
            <a:schemeClr val="accent1"/>
          </a:solidFill>
          <a:effectLst>
            <a:outerShdw blurRad="63500" dist="25400" dir="8100000" algn="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>
            <a:normAutofit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rgbClr val="FFFFFF"/>
                </a:solidFill>
                <a:latin typeface="+mn-ea"/>
                <a:ea typeface="+mn-ea"/>
                <a:cs typeface="MiSans Medium" panose="00000600000000000000" charset="-122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iSans Medium" panose="00000600000000000000" charset="-122"/>
                <a:sym typeface="MiSans Medium" panose="000006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承办</a:t>
            </a:r>
            <a:r>
              <a:rPr lang="zh-CN" altLang="en-US">
                <a:solidFill>
                  <a:schemeClr val="bg1"/>
                </a:solidFill>
              </a:rPr>
              <a:t>单位：万安电子电路板技工学校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" name="任意多边形 84"/>
          <p:cNvSpPr/>
          <p:nvPr>
            <p:custDataLst>
              <p:tags r:id="rId1"/>
            </p:custDataLst>
          </p:nvPr>
        </p:nvSpPr>
        <p:spPr>
          <a:xfrm>
            <a:off x="4242389" y="1165556"/>
            <a:ext cx="3705663" cy="50781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36" h="800">
                <a:moveTo>
                  <a:pt x="1151" y="133"/>
                </a:moveTo>
                <a:cubicBezTo>
                  <a:pt x="1024" y="131"/>
                  <a:pt x="934" y="229"/>
                  <a:pt x="937" y="399"/>
                </a:cubicBezTo>
                <a:cubicBezTo>
                  <a:pt x="931" y="575"/>
                  <a:pt x="1035" y="667"/>
                  <a:pt x="1151" y="665"/>
                </a:cubicBezTo>
                <a:cubicBezTo>
                  <a:pt x="1275" y="669"/>
                  <a:pt x="1369" y="569"/>
                  <a:pt x="1365" y="397"/>
                </a:cubicBezTo>
                <a:cubicBezTo>
                  <a:pt x="1368" y="218"/>
                  <a:pt x="1272" y="133"/>
                  <a:pt x="1151" y="133"/>
                </a:cubicBezTo>
                <a:close/>
                <a:moveTo>
                  <a:pt x="4532" y="13"/>
                </a:moveTo>
                <a:lnTo>
                  <a:pt x="5146" y="13"/>
                </a:lnTo>
                <a:lnTo>
                  <a:pt x="5146" y="144"/>
                </a:lnTo>
                <a:lnTo>
                  <a:pt x="4917" y="144"/>
                </a:lnTo>
                <a:lnTo>
                  <a:pt x="4917" y="785"/>
                </a:lnTo>
                <a:lnTo>
                  <a:pt x="4761" y="785"/>
                </a:lnTo>
                <a:lnTo>
                  <a:pt x="4761" y="144"/>
                </a:lnTo>
                <a:lnTo>
                  <a:pt x="4532" y="144"/>
                </a:lnTo>
                <a:lnTo>
                  <a:pt x="4532" y="13"/>
                </a:lnTo>
                <a:close/>
                <a:moveTo>
                  <a:pt x="3809" y="13"/>
                </a:moveTo>
                <a:lnTo>
                  <a:pt x="3961" y="13"/>
                </a:lnTo>
                <a:lnTo>
                  <a:pt x="4277" y="529"/>
                </a:lnTo>
                <a:lnTo>
                  <a:pt x="4277" y="13"/>
                </a:lnTo>
                <a:lnTo>
                  <a:pt x="4422" y="13"/>
                </a:lnTo>
                <a:lnTo>
                  <a:pt x="4422" y="785"/>
                </a:lnTo>
                <a:lnTo>
                  <a:pt x="4266" y="785"/>
                </a:lnTo>
                <a:lnTo>
                  <a:pt x="3954" y="282"/>
                </a:lnTo>
                <a:lnTo>
                  <a:pt x="3954" y="785"/>
                </a:lnTo>
                <a:lnTo>
                  <a:pt x="3809" y="785"/>
                </a:lnTo>
                <a:lnTo>
                  <a:pt x="3809" y="13"/>
                </a:lnTo>
                <a:close/>
                <a:moveTo>
                  <a:pt x="3087" y="13"/>
                </a:moveTo>
                <a:lnTo>
                  <a:pt x="3660" y="13"/>
                </a:lnTo>
                <a:lnTo>
                  <a:pt x="3660" y="144"/>
                </a:lnTo>
                <a:lnTo>
                  <a:pt x="3243" y="144"/>
                </a:lnTo>
                <a:lnTo>
                  <a:pt x="3243" y="315"/>
                </a:lnTo>
                <a:lnTo>
                  <a:pt x="3631" y="315"/>
                </a:lnTo>
                <a:lnTo>
                  <a:pt x="3631" y="445"/>
                </a:lnTo>
                <a:lnTo>
                  <a:pt x="3243" y="445"/>
                </a:lnTo>
                <a:lnTo>
                  <a:pt x="3243" y="655"/>
                </a:lnTo>
                <a:lnTo>
                  <a:pt x="3675" y="655"/>
                </a:lnTo>
                <a:lnTo>
                  <a:pt x="3675" y="785"/>
                </a:lnTo>
                <a:lnTo>
                  <a:pt x="3087" y="785"/>
                </a:lnTo>
                <a:lnTo>
                  <a:pt x="3087" y="13"/>
                </a:lnTo>
                <a:close/>
                <a:moveTo>
                  <a:pt x="2372" y="13"/>
                </a:moveTo>
                <a:lnTo>
                  <a:pt x="2986" y="13"/>
                </a:lnTo>
                <a:lnTo>
                  <a:pt x="2986" y="144"/>
                </a:lnTo>
                <a:lnTo>
                  <a:pt x="2757" y="144"/>
                </a:lnTo>
                <a:lnTo>
                  <a:pt x="2757" y="785"/>
                </a:lnTo>
                <a:lnTo>
                  <a:pt x="2601" y="785"/>
                </a:lnTo>
                <a:lnTo>
                  <a:pt x="2601" y="144"/>
                </a:lnTo>
                <a:lnTo>
                  <a:pt x="2372" y="144"/>
                </a:lnTo>
                <a:lnTo>
                  <a:pt x="2372" y="13"/>
                </a:lnTo>
                <a:close/>
                <a:moveTo>
                  <a:pt x="1649" y="13"/>
                </a:moveTo>
                <a:lnTo>
                  <a:pt x="1801" y="13"/>
                </a:lnTo>
                <a:lnTo>
                  <a:pt x="2117" y="529"/>
                </a:lnTo>
                <a:lnTo>
                  <a:pt x="2117" y="13"/>
                </a:lnTo>
                <a:lnTo>
                  <a:pt x="2262" y="13"/>
                </a:lnTo>
                <a:lnTo>
                  <a:pt x="2262" y="785"/>
                </a:lnTo>
                <a:lnTo>
                  <a:pt x="2106" y="785"/>
                </a:lnTo>
                <a:lnTo>
                  <a:pt x="1794" y="282"/>
                </a:lnTo>
                <a:lnTo>
                  <a:pt x="1794" y="785"/>
                </a:lnTo>
                <a:lnTo>
                  <a:pt x="1649" y="785"/>
                </a:lnTo>
                <a:lnTo>
                  <a:pt x="1649" y="13"/>
                </a:lnTo>
                <a:close/>
                <a:moveTo>
                  <a:pt x="362" y="0"/>
                </a:moveTo>
                <a:cubicBezTo>
                  <a:pt x="568" y="7"/>
                  <a:pt x="649" y="125"/>
                  <a:pt x="671" y="226"/>
                </a:cubicBezTo>
                <a:lnTo>
                  <a:pt x="517" y="263"/>
                </a:lnTo>
                <a:cubicBezTo>
                  <a:pt x="502" y="183"/>
                  <a:pt x="432" y="132"/>
                  <a:pt x="354" y="133"/>
                </a:cubicBezTo>
                <a:cubicBezTo>
                  <a:pt x="241" y="132"/>
                  <a:pt x="157" y="216"/>
                  <a:pt x="161" y="395"/>
                </a:cubicBezTo>
                <a:cubicBezTo>
                  <a:pt x="157" y="594"/>
                  <a:pt x="245" y="664"/>
                  <a:pt x="351" y="665"/>
                </a:cubicBezTo>
                <a:cubicBezTo>
                  <a:pt x="392" y="666"/>
                  <a:pt x="431" y="650"/>
                  <a:pt x="458" y="625"/>
                </a:cubicBezTo>
                <a:cubicBezTo>
                  <a:pt x="488" y="601"/>
                  <a:pt x="511" y="554"/>
                  <a:pt x="522" y="502"/>
                </a:cubicBezTo>
                <a:lnTo>
                  <a:pt x="673" y="550"/>
                </a:lnTo>
                <a:cubicBezTo>
                  <a:pt x="631" y="720"/>
                  <a:pt x="512" y="800"/>
                  <a:pt x="352" y="798"/>
                </a:cubicBezTo>
                <a:cubicBezTo>
                  <a:pt x="150" y="805"/>
                  <a:pt x="-7" y="636"/>
                  <a:pt x="0" y="407"/>
                </a:cubicBezTo>
                <a:cubicBezTo>
                  <a:pt x="-7" y="149"/>
                  <a:pt x="158" y="-4"/>
                  <a:pt x="362" y="0"/>
                </a:cubicBezTo>
                <a:close/>
                <a:moveTo>
                  <a:pt x="1171" y="0"/>
                </a:moveTo>
                <a:cubicBezTo>
                  <a:pt x="1386" y="4"/>
                  <a:pt x="1531" y="169"/>
                  <a:pt x="1526" y="401"/>
                </a:cubicBezTo>
                <a:cubicBezTo>
                  <a:pt x="1532" y="650"/>
                  <a:pt x="1366" y="804"/>
                  <a:pt x="1152" y="798"/>
                </a:cubicBezTo>
                <a:cubicBezTo>
                  <a:pt x="924" y="805"/>
                  <a:pt x="770" y="638"/>
                  <a:pt x="776" y="404"/>
                </a:cubicBezTo>
                <a:cubicBezTo>
                  <a:pt x="782" y="158"/>
                  <a:pt x="880" y="87"/>
                  <a:pt x="983" y="31"/>
                </a:cubicBezTo>
                <a:cubicBezTo>
                  <a:pt x="1030" y="10"/>
                  <a:pt x="1092" y="0"/>
                  <a:pt x="1150" y="0"/>
                </a:cubicBezTo>
                <a:cubicBezTo>
                  <a:pt x="1157" y="0"/>
                  <a:pt x="1164" y="0"/>
                  <a:pt x="1171" y="0"/>
                </a:cubicBezTo>
                <a:close/>
                <a:moveTo>
                  <a:pt x="5502" y="0"/>
                </a:moveTo>
                <a:cubicBezTo>
                  <a:pt x="5507" y="0"/>
                  <a:pt x="5512" y="0"/>
                  <a:pt x="5518" y="0"/>
                </a:cubicBezTo>
                <a:cubicBezTo>
                  <a:pt x="5713" y="-4"/>
                  <a:pt x="5811" y="100"/>
                  <a:pt x="5813" y="234"/>
                </a:cubicBezTo>
                <a:lnTo>
                  <a:pt x="5658" y="241"/>
                </a:lnTo>
                <a:cubicBezTo>
                  <a:pt x="5645" y="160"/>
                  <a:pt x="5601" y="129"/>
                  <a:pt x="5516" y="129"/>
                </a:cubicBezTo>
                <a:cubicBezTo>
                  <a:pt x="5436" y="129"/>
                  <a:pt x="5380" y="164"/>
                  <a:pt x="5385" y="205"/>
                </a:cubicBezTo>
                <a:cubicBezTo>
                  <a:pt x="5384" y="248"/>
                  <a:pt x="5419" y="273"/>
                  <a:pt x="5555" y="305"/>
                </a:cubicBezTo>
                <a:cubicBezTo>
                  <a:pt x="5772" y="354"/>
                  <a:pt x="5824" y="414"/>
                  <a:pt x="5836" y="560"/>
                </a:cubicBezTo>
                <a:cubicBezTo>
                  <a:pt x="5836" y="698"/>
                  <a:pt x="5720" y="808"/>
                  <a:pt x="5527" y="799"/>
                </a:cubicBezTo>
                <a:cubicBezTo>
                  <a:pt x="5330" y="802"/>
                  <a:pt x="5226" y="699"/>
                  <a:pt x="5208" y="535"/>
                </a:cubicBezTo>
                <a:lnTo>
                  <a:pt x="5360" y="520"/>
                </a:lnTo>
                <a:cubicBezTo>
                  <a:pt x="5368" y="570"/>
                  <a:pt x="5390" y="610"/>
                  <a:pt x="5416" y="631"/>
                </a:cubicBezTo>
                <a:cubicBezTo>
                  <a:pt x="5442" y="655"/>
                  <a:pt x="5485" y="667"/>
                  <a:pt x="5529" y="667"/>
                </a:cubicBezTo>
                <a:cubicBezTo>
                  <a:pt x="5579" y="668"/>
                  <a:pt x="5619" y="655"/>
                  <a:pt x="5642" y="635"/>
                </a:cubicBezTo>
                <a:cubicBezTo>
                  <a:pt x="5668" y="615"/>
                  <a:pt x="5681" y="586"/>
                  <a:pt x="5681" y="561"/>
                </a:cubicBezTo>
                <a:cubicBezTo>
                  <a:pt x="5681" y="543"/>
                  <a:pt x="5673" y="526"/>
                  <a:pt x="5664" y="515"/>
                </a:cubicBezTo>
                <a:cubicBezTo>
                  <a:pt x="5634" y="484"/>
                  <a:pt x="5601" y="478"/>
                  <a:pt x="5483" y="448"/>
                </a:cubicBezTo>
                <a:cubicBezTo>
                  <a:pt x="5322" y="413"/>
                  <a:pt x="5242" y="341"/>
                  <a:pt x="5236" y="216"/>
                </a:cubicBezTo>
                <a:cubicBezTo>
                  <a:pt x="5233" y="98"/>
                  <a:pt x="5339" y="1"/>
                  <a:pt x="5502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6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7" name="项标题"/>
          <p:cNvSpPr txBox="1"/>
          <p:nvPr>
            <p:custDataLst>
              <p:tags r:id="rId3"/>
            </p:custDataLst>
          </p:nvPr>
        </p:nvSpPr>
        <p:spPr>
          <a:xfrm>
            <a:off x="2044700" y="4117975"/>
            <a:ext cx="2256155" cy="7004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2800" b="1" spc="300">
                <a:solidFill>
                  <a:schemeClr val="tx1"/>
                </a:solidFill>
                <a:latin typeface="+mn-ea"/>
                <a:cs typeface="MiSans Medium" panose="00000600000000000000" charset="-122"/>
              </a:rPr>
              <a:t>办赛目的</a:t>
            </a:r>
            <a:endParaRPr sz="2800" b="1" spc="300">
              <a:solidFill>
                <a:schemeClr val="tx1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88" name="任意多边形 87"/>
          <p:cNvSpPr/>
          <p:nvPr>
            <p:custDataLst>
              <p:tags r:id="rId4"/>
            </p:custDataLst>
          </p:nvPr>
        </p:nvSpPr>
        <p:spPr>
          <a:xfrm>
            <a:off x="2135505" y="2625725"/>
            <a:ext cx="544195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1">
                  <a:alpha val="30000"/>
                </a:schemeClr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89" name="任意多边形 88"/>
          <p:cNvSpPr/>
          <p:nvPr>
            <p:custDataLst>
              <p:tags r:id="rId5"/>
            </p:custDataLst>
          </p:nvPr>
        </p:nvSpPr>
        <p:spPr>
          <a:xfrm flipH="1">
            <a:off x="2679700" y="2625725"/>
            <a:ext cx="543560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1">
                  <a:alpha val="30000"/>
                </a:schemeClr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90" name="任意多边形 89"/>
          <p:cNvSpPr/>
          <p:nvPr>
            <p:custDataLst>
              <p:tags r:id="rId6"/>
            </p:custDataLst>
          </p:nvPr>
        </p:nvSpPr>
        <p:spPr>
          <a:xfrm rot="2700000">
            <a:off x="2292985" y="3181350"/>
            <a:ext cx="775970" cy="775970"/>
          </a:xfrm>
          <a:custGeom>
            <a:avLst/>
            <a:gdLst>
              <a:gd name="connsiteX0" fmla="*/ 200 w 1222"/>
              <a:gd name="connsiteY0" fmla="*/ 210 h 1222"/>
              <a:gd name="connsiteX1" fmla="*/ 1222 w 1222"/>
              <a:gd name="connsiteY1" fmla="*/ 0 h 1222"/>
              <a:gd name="connsiteX2" fmla="*/ 1013 w 1222"/>
              <a:gd name="connsiteY2" fmla="*/ 1036 h 1222"/>
              <a:gd name="connsiteX3" fmla="*/ 0 w 1222"/>
              <a:gd name="connsiteY3" fmla="*/ 1222 h 1222"/>
              <a:gd name="connsiteX4" fmla="*/ 200 w 1222"/>
              <a:gd name="connsiteY4" fmla="*/ 210 h 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" h="1222">
                <a:moveTo>
                  <a:pt x="200" y="210"/>
                </a:moveTo>
                <a:lnTo>
                  <a:pt x="1222" y="0"/>
                </a:lnTo>
                <a:lnTo>
                  <a:pt x="1013" y="1036"/>
                </a:lnTo>
                <a:lnTo>
                  <a:pt x="0" y="1222"/>
                </a:lnTo>
                <a:lnTo>
                  <a:pt x="200" y="21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19050">
            <a:gradFill>
              <a:gsLst>
                <a:gs pos="50000">
                  <a:schemeClr val="accent1">
                    <a:alpha val="0"/>
                  </a:schemeClr>
                </a:gs>
                <a:gs pos="49000">
                  <a:schemeClr val="accent1"/>
                </a:gs>
              </a:gsLst>
              <a:lin ang="13500000" scaled="0"/>
            </a:gradFill>
          </a:ln>
          <a:effectLst>
            <a:outerShdw blurRad="190500" dist="127000" dir="5400000" sx="85000" sy="85000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7"/>
            </p:custDataLst>
          </p:nvPr>
        </p:nvSpPr>
        <p:spPr>
          <a:xfrm>
            <a:off x="2138680" y="2996565"/>
            <a:ext cx="1078230" cy="344805"/>
          </a:xfrm>
          <a:custGeom>
            <a:avLst/>
            <a:gdLst>
              <a:gd name="connsiteX0" fmla="*/ 0 w 1698"/>
              <a:gd name="connsiteY0" fmla="*/ 0 h 543"/>
              <a:gd name="connsiteX1" fmla="*/ 837 w 1698"/>
              <a:gd name="connsiteY1" fmla="*/ 543 h 543"/>
              <a:gd name="connsiteX2" fmla="*/ 1698 w 1698"/>
              <a:gd name="connsiteY2" fmla="*/ 0 h 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8" h="543">
                <a:moveTo>
                  <a:pt x="0" y="0"/>
                </a:moveTo>
                <a:lnTo>
                  <a:pt x="837" y="543"/>
                </a:lnTo>
                <a:lnTo>
                  <a:pt x="1698" y="0"/>
                </a:lnTo>
              </a:path>
            </a:pathLst>
          </a:custGeom>
          <a:noFill/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92" name="直接连接符 91"/>
          <p:cNvCxnSpPr/>
          <p:nvPr>
            <p:custDataLst>
              <p:tags r:id="rId8"/>
            </p:custDataLst>
          </p:nvPr>
        </p:nvCxnSpPr>
        <p:spPr>
          <a:xfrm>
            <a:off x="2679700" y="2625725"/>
            <a:ext cx="0" cy="57848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>
            <a:stCxn id="91" idx="1"/>
          </p:cNvCxnSpPr>
          <p:nvPr>
            <p:custDataLst>
              <p:tags r:id="rId9"/>
            </p:custDataLst>
          </p:nvPr>
        </p:nvCxnSpPr>
        <p:spPr>
          <a:xfrm>
            <a:off x="2670175" y="3341370"/>
            <a:ext cx="0" cy="57340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序号"/>
          <p:cNvSpPr txBox="1"/>
          <p:nvPr>
            <p:custDataLst>
              <p:tags r:id="rId10"/>
            </p:custDataLst>
          </p:nvPr>
        </p:nvSpPr>
        <p:spPr>
          <a:xfrm>
            <a:off x="2350135" y="306197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5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+mn-ea"/>
                <a:cs typeface="MiSans Medium" panose="00000600000000000000" charset="-122"/>
              </a:rPr>
              <a:t>01</a:t>
            </a:r>
            <a:endParaRPr lang="en-US" sz="3600" b="1">
              <a:solidFill>
                <a:srgbClr val="FFFFFF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95" name="项标题"/>
          <p:cNvSpPr txBox="1"/>
          <p:nvPr>
            <p:custDataLst>
              <p:tags r:id="rId11"/>
            </p:custDataLst>
          </p:nvPr>
        </p:nvSpPr>
        <p:spPr>
          <a:xfrm>
            <a:off x="4328795" y="4117975"/>
            <a:ext cx="2256155" cy="7004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2800" b="1" spc="300">
                <a:solidFill>
                  <a:schemeClr val="tx1"/>
                </a:solidFill>
                <a:latin typeface="+mn-ea"/>
                <a:cs typeface="MiSans Medium" panose="00000600000000000000" charset="-122"/>
              </a:rPr>
              <a:t>办赛经验</a:t>
            </a:r>
            <a:endParaRPr sz="2800" b="1" spc="300">
              <a:solidFill>
                <a:schemeClr val="tx1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96" name="任意多边形 95"/>
          <p:cNvSpPr/>
          <p:nvPr>
            <p:custDataLst>
              <p:tags r:id="rId12"/>
            </p:custDataLst>
          </p:nvPr>
        </p:nvSpPr>
        <p:spPr>
          <a:xfrm>
            <a:off x="4419600" y="2625725"/>
            <a:ext cx="544195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2">
                  <a:alpha val="40000"/>
                </a:schemeClr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13"/>
            </p:custDataLst>
          </p:nvPr>
        </p:nvSpPr>
        <p:spPr>
          <a:xfrm flipH="1">
            <a:off x="4963795" y="2625725"/>
            <a:ext cx="543560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2">
                  <a:alpha val="40000"/>
                </a:schemeClr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98" name="任意多边形 97"/>
          <p:cNvSpPr/>
          <p:nvPr>
            <p:custDataLst>
              <p:tags r:id="rId14"/>
            </p:custDataLst>
          </p:nvPr>
        </p:nvSpPr>
        <p:spPr>
          <a:xfrm rot="2700000">
            <a:off x="4577080" y="3181350"/>
            <a:ext cx="775970" cy="775970"/>
          </a:xfrm>
          <a:custGeom>
            <a:avLst/>
            <a:gdLst>
              <a:gd name="connsiteX0" fmla="*/ 200 w 1222"/>
              <a:gd name="connsiteY0" fmla="*/ 210 h 1222"/>
              <a:gd name="connsiteX1" fmla="*/ 1222 w 1222"/>
              <a:gd name="connsiteY1" fmla="*/ 0 h 1222"/>
              <a:gd name="connsiteX2" fmla="*/ 1013 w 1222"/>
              <a:gd name="connsiteY2" fmla="*/ 1036 h 1222"/>
              <a:gd name="connsiteX3" fmla="*/ 0 w 1222"/>
              <a:gd name="connsiteY3" fmla="*/ 1222 h 1222"/>
              <a:gd name="connsiteX4" fmla="*/ 200 w 1222"/>
              <a:gd name="connsiteY4" fmla="*/ 210 h 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" h="1222">
                <a:moveTo>
                  <a:pt x="200" y="210"/>
                </a:moveTo>
                <a:lnTo>
                  <a:pt x="1222" y="0"/>
                </a:lnTo>
                <a:lnTo>
                  <a:pt x="1013" y="1036"/>
                </a:lnTo>
                <a:lnTo>
                  <a:pt x="0" y="1222"/>
                </a:lnTo>
                <a:lnTo>
                  <a:pt x="200" y="21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19050">
            <a:gradFill>
              <a:gsLst>
                <a:gs pos="50000">
                  <a:schemeClr val="accent2">
                    <a:alpha val="0"/>
                  </a:schemeClr>
                </a:gs>
                <a:gs pos="49000">
                  <a:schemeClr val="accent2"/>
                </a:gs>
              </a:gsLst>
              <a:lin ang="13500000" scaled="0"/>
            </a:gradFill>
          </a:ln>
          <a:effectLst>
            <a:outerShdw blurRad="190500" dist="127000" dir="5400000" sx="85000" sy="85000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15"/>
            </p:custDataLst>
          </p:nvPr>
        </p:nvSpPr>
        <p:spPr>
          <a:xfrm>
            <a:off x="4422775" y="2996565"/>
            <a:ext cx="1078230" cy="344805"/>
          </a:xfrm>
          <a:custGeom>
            <a:avLst/>
            <a:gdLst>
              <a:gd name="connsiteX0" fmla="*/ 0 w 1698"/>
              <a:gd name="connsiteY0" fmla="*/ 0 h 543"/>
              <a:gd name="connsiteX1" fmla="*/ 837 w 1698"/>
              <a:gd name="connsiteY1" fmla="*/ 543 h 543"/>
              <a:gd name="connsiteX2" fmla="*/ 1698 w 1698"/>
              <a:gd name="connsiteY2" fmla="*/ 0 h 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8" h="543">
                <a:moveTo>
                  <a:pt x="0" y="0"/>
                </a:moveTo>
                <a:lnTo>
                  <a:pt x="837" y="543"/>
                </a:lnTo>
                <a:lnTo>
                  <a:pt x="1698" y="0"/>
                </a:lnTo>
              </a:path>
            </a:pathLst>
          </a:custGeom>
          <a:noFill/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100" name="直接连接符 99"/>
          <p:cNvCxnSpPr/>
          <p:nvPr>
            <p:custDataLst>
              <p:tags r:id="rId16"/>
            </p:custDataLst>
          </p:nvPr>
        </p:nvCxnSpPr>
        <p:spPr>
          <a:xfrm>
            <a:off x="4963795" y="2625725"/>
            <a:ext cx="0" cy="57848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99" idx="1"/>
          </p:cNvCxnSpPr>
          <p:nvPr>
            <p:custDataLst>
              <p:tags r:id="rId17"/>
            </p:custDataLst>
          </p:nvPr>
        </p:nvCxnSpPr>
        <p:spPr>
          <a:xfrm>
            <a:off x="4954270" y="3341370"/>
            <a:ext cx="0" cy="57340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序号"/>
          <p:cNvSpPr txBox="1"/>
          <p:nvPr>
            <p:custDataLst>
              <p:tags r:id="rId18"/>
            </p:custDataLst>
          </p:nvPr>
        </p:nvSpPr>
        <p:spPr>
          <a:xfrm>
            <a:off x="4634230" y="306197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5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+mn-ea"/>
                <a:cs typeface="MiSans Medium" panose="00000600000000000000" charset="-122"/>
              </a:rPr>
              <a:t>02</a:t>
            </a:r>
            <a:endParaRPr lang="en-US" sz="3600" b="1">
              <a:solidFill>
                <a:srgbClr val="FFFFFF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103" name="项标题"/>
          <p:cNvSpPr txBox="1"/>
          <p:nvPr>
            <p:custDataLst>
              <p:tags r:id="rId19"/>
            </p:custDataLst>
          </p:nvPr>
        </p:nvSpPr>
        <p:spPr>
          <a:xfrm>
            <a:off x="6612890" y="4117975"/>
            <a:ext cx="2256155" cy="7004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2800" b="1" spc="300">
                <a:solidFill>
                  <a:schemeClr val="tx1"/>
                </a:solidFill>
                <a:latin typeface="+mn-ea"/>
                <a:cs typeface="MiSans Medium" panose="00000600000000000000" charset="-122"/>
              </a:rPr>
              <a:t>办赛能力</a:t>
            </a:r>
            <a:endParaRPr sz="2800" b="1" spc="300">
              <a:solidFill>
                <a:schemeClr val="tx1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104" name="任意多边形 103"/>
          <p:cNvSpPr/>
          <p:nvPr>
            <p:custDataLst>
              <p:tags r:id="rId20"/>
            </p:custDataLst>
          </p:nvPr>
        </p:nvSpPr>
        <p:spPr>
          <a:xfrm>
            <a:off x="6703695" y="2625725"/>
            <a:ext cx="544195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1">
                  <a:alpha val="30000"/>
                </a:schemeClr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21"/>
            </p:custDataLst>
          </p:nvPr>
        </p:nvSpPr>
        <p:spPr>
          <a:xfrm flipH="1">
            <a:off x="7247890" y="2625725"/>
            <a:ext cx="543560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1">
                  <a:alpha val="30000"/>
                </a:schemeClr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106" name="任意多边形 105"/>
          <p:cNvSpPr/>
          <p:nvPr>
            <p:custDataLst>
              <p:tags r:id="rId22"/>
            </p:custDataLst>
          </p:nvPr>
        </p:nvSpPr>
        <p:spPr>
          <a:xfrm rot="2700000">
            <a:off x="6861175" y="3181350"/>
            <a:ext cx="775970" cy="775970"/>
          </a:xfrm>
          <a:custGeom>
            <a:avLst/>
            <a:gdLst>
              <a:gd name="connsiteX0" fmla="*/ 200 w 1222"/>
              <a:gd name="connsiteY0" fmla="*/ 210 h 1222"/>
              <a:gd name="connsiteX1" fmla="*/ 1222 w 1222"/>
              <a:gd name="connsiteY1" fmla="*/ 0 h 1222"/>
              <a:gd name="connsiteX2" fmla="*/ 1013 w 1222"/>
              <a:gd name="connsiteY2" fmla="*/ 1036 h 1222"/>
              <a:gd name="connsiteX3" fmla="*/ 0 w 1222"/>
              <a:gd name="connsiteY3" fmla="*/ 1222 h 1222"/>
              <a:gd name="connsiteX4" fmla="*/ 200 w 1222"/>
              <a:gd name="connsiteY4" fmla="*/ 210 h 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" h="1222">
                <a:moveTo>
                  <a:pt x="200" y="210"/>
                </a:moveTo>
                <a:lnTo>
                  <a:pt x="1222" y="0"/>
                </a:lnTo>
                <a:lnTo>
                  <a:pt x="1013" y="1036"/>
                </a:lnTo>
                <a:lnTo>
                  <a:pt x="0" y="1222"/>
                </a:lnTo>
                <a:lnTo>
                  <a:pt x="200" y="21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19050">
            <a:gradFill>
              <a:gsLst>
                <a:gs pos="50000">
                  <a:schemeClr val="accent1">
                    <a:alpha val="0"/>
                  </a:schemeClr>
                </a:gs>
                <a:gs pos="49000">
                  <a:schemeClr val="accent1"/>
                </a:gs>
              </a:gsLst>
              <a:lin ang="13500000" scaled="0"/>
            </a:gradFill>
          </a:ln>
          <a:effectLst>
            <a:outerShdw blurRad="190500" dist="127000" dir="5400000" sx="85000" sy="85000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23"/>
            </p:custDataLst>
          </p:nvPr>
        </p:nvSpPr>
        <p:spPr>
          <a:xfrm>
            <a:off x="6706870" y="2996565"/>
            <a:ext cx="1078230" cy="344805"/>
          </a:xfrm>
          <a:custGeom>
            <a:avLst/>
            <a:gdLst>
              <a:gd name="connsiteX0" fmla="*/ 0 w 1698"/>
              <a:gd name="connsiteY0" fmla="*/ 0 h 543"/>
              <a:gd name="connsiteX1" fmla="*/ 837 w 1698"/>
              <a:gd name="connsiteY1" fmla="*/ 543 h 543"/>
              <a:gd name="connsiteX2" fmla="*/ 1698 w 1698"/>
              <a:gd name="connsiteY2" fmla="*/ 0 h 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8" h="543">
                <a:moveTo>
                  <a:pt x="0" y="0"/>
                </a:moveTo>
                <a:lnTo>
                  <a:pt x="837" y="543"/>
                </a:lnTo>
                <a:lnTo>
                  <a:pt x="1698" y="0"/>
                </a:lnTo>
              </a:path>
            </a:pathLst>
          </a:custGeom>
          <a:noFill/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108" name="直接连接符 107"/>
          <p:cNvCxnSpPr/>
          <p:nvPr>
            <p:custDataLst>
              <p:tags r:id="rId24"/>
            </p:custDataLst>
          </p:nvPr>
        </p:nvCxnSpPr>
        <p:spPr>
          <a:xfrm>
            <a:off x="7247890" y="2625725"/>
            <a:ext cx="0" cy="57848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107" idx="1"/>
          </p:cNvCxnSpPr>
          <p:nvPr>
            <p:custDataLst>
              <p:tags r:id="rId25"/>
            </p:custDataLst>
          </p:nvPr>
        </p:nvCxnSpPr>
        <p:spPr>
          <a:xfrm>
            <a:off x="7238365" y="3341370"/>
            <a:ext cx="0" cy="57340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序号"/>
          <p:cNvSpPr txBox="1"/>
          <p:nvPr>
            <p:custDataLst>
              <p:tags r:id="rId26"/>
            </p:custDataLst>
          </p:nvPr>
        </p:nvSpPr>
        <p:spPr>
          <a:xfrm>
            <a:off x="6918325" y="306197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5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+mn-ea"/>
                <a:cs typeface="MiSans Medium" panose="00000600000000000000" charset="-122"/>
              </a:rPr>
              <a:t>03</a:t>
            </a:r>
            <a:endParaRPr lang="en-US" sz="3600" b="1">
              <a:solidFill>
                <a:srgbClr val="FFFFFF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111" name="项标题"/>
          <p:cNvSpPr txBox="1"/>
          <p:nvPr>
            <p:custDataLst>
              <p:tags r:id="rId27"/>
            </p:custDataLst>
          </p:nvPr>
        </p:nvSpPr>
        <p:spPr>
          <a:xfrm>
            <a:off x="8896985" y="4117975"/>
            <a:ext cx="2256155" cy="7004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2800" b="1" spc="300">
                <a:solidFill>
                  <a:schemeClr val="tx1"/>
                </a:solidFill>
                <a:latin typeface="+mn-ea"/>
                <a:cs typeface="MiSans Medium" panose="00000600000000000000" charset="-122"/>
              </a:rPr>
              <a:t>办赛保障</a:t>
            </a:r>
            <a:endParaRPr sz="2800" b="1" spc="300">
              <a:solidFill>
                <a:schemeClr val="tx1"/>
              </a:solidFill>
              <a:latin typeface="+mn-ea"/>
              <a:cs typeface="MiSans Medium" panose="00000600000000000000" charset="-122"/>
            </a:endParaRPr>
          </a:p>
        </p:txBody>
      </p:sp>
      <p:sp>
        <p:nvSpPr>
          <p:cNvPr id="112" name="任意多边形 111"/>
          <p:cNvSpPr/>
          <p:nvPr>
            <p:custDataLst>
              <p:tags r:id="rId28"/>
            </p:custDataLst>
          </p:nvPr>
        </p:nvSpPr>
        <p:spPr>
          <a:xfrm>
            <a:off x="8987790" y="2625725"/>
            <a:ext cx="544195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2">
                  <a:alpha val="40000"/>
                </a:schemeClr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113" name="任意多边形 112"/>
          <p:cNvSpPr/>
          <p:nvPr>
            <p:custDataLst>
              <p:tags r:id="rId29"/>
            </p:custDataLst>
          </p:nvPr>
        </p:nvSpPr>
        <p:spPr>
          <a:xfrm flipH="1">
            <a:off x="9531985" y="2625725"/>
            <a:ext cx="543560" cy="940435"/>
          </a:xfrm>
          <a:custGeom>
            <a:avLst/>
            <a:gdLst>
              <a:gd name="connsiteX0" fmla="*/ 0 w 857"/>
              <a:gd name="connsiteY0" fmla="*/ 579 h 1481"/>
              <a:gd name="connsiteX1" fmla="*/ 857 w 857"/>
              <a:gd name="connsiteY1" fmla="*/ 0 h 1481"/>
              <a:gd name="connsiteX2" fmla="*/ 857 w 857"/>
              <a:gd name="connsiteY2" fmla="*/ 912 h 1481"/>
              <a:gd name="connsiteX3" fmla="*/ 0 w 857"/>
              <a:gd name="connsiteY3" fmla="*/ 1481 h 1481"/>
              <a:gd name="connsiteX4" fmla="*/ 0 w 857"/>
              <a:gd name="connsiteY4" fmla="*/ 579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" h="1481">
                <a:moveTo>
                  <a:pt x="0" y="579"/>
                </a:moveTo>
                <a:lnTo>
                  <a:pt x="857" y="0"/>
                </a:lnTo>
                <a:lnTo>
                  <a:pt x="857" y="912"/>
                </a:lnTo>
                <a:lnTo>
                  <a:pt x="0" y="1481"/>
                </a:lnTo>
                <a:lnTo>
                  <a:pt x="0" y="579"/>
                </a:lnTo>
                <a:close/>
              </a:path>
            </a:pathLst>
          </a:custGeom>
          <a:gradFill>
            <a:gsLst>
              <a:gs pos="70000">
                <a:schemeClr val="accent2">
                  <a:alpha val="40000"/>
                </a:schemeClr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MiSans Medium" panose="00000600000000000000" charset="-122"/>
              <a:sym typeface="+mn-ea"/>
            </a:endParaRPr>
          </a:p>
        </p:txBody>
      </p:sp>
      <p:sp>
        <p:nvSpPr>
          <p:cNvPr id="114" name="任意多边形 113"/>
          <p:cNvSpPr/>
          <p:nvPr>
            <p:custDataLst>
              <p:tags r:id="rId30"/>
            </p:custDataLst>
          </p:nvPr>
        </p:nvSpPr>
        <p:spPr>
          <a:xfrm rot="2700000">
            <a:off x="9145270" y="3181350"/>
            <a:ext cx="775970" cy="775970"/>
          </a:xfrm>
          <a:custGeom>
            <a:avLst/>
            <a:gdLst>
              <a:gd name="connsiteX0" fmla="*/ 200 w 1222"/>
              <a:gd name="connsiteY0" fmla="*/ 210 h 1222"/>
              <a:gd name="connsiteX1" fmla="*/ 1222 w 1222"/>
              <a:gd name="connsiteY1" fmla="*/ 0 h 1222"/>
              <a:gd name="connsiteX2" fmla="*/ 1013 w 1222"/>
              <a:gd name="connsiteY2" fmla="*/ 1036 h 1222"/>
              <a:gd name="connsiteX3" fmla="*/ 0 w 1222"/>
              <a:gd name="connsiteY3" fmla="*/ 1222 h 1222"/>
              <a:gd name="connsiteX4" fmla="*/ 200 w 1222"/>
              <a:gd name="connsiteY4" fmla="*/ 210 h 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" h="1222">
                <a:moveTo>
                  <a:pt x="200" y="210"/>
                </a:moveTo>
                <a:lnTo>
                  <a:pt x="1222" y="0"/>
                </a:lnTo>
                <a:lnTo>
                  <a:pt x="1013" y="1036"/>
                </a:lnTo>
                <a:lnTo>
                  <a:pt x="0" y="1222"/>
                </a:lnTo>
                <a:lnTo>
                  <a:pt x="200" y="21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19050">
            <a:gradFill>
              <a:gsLst>
                <a:gs pos="50000">
                  <a:schemeClr val="accent2">
                    <a:alpha val="0"/>
                  </a:schemeClr>
                </a:gs>
                <a:gs pos="49000">
                  <a:schemeClr val="accent2"/>
                </a:gs>
              </a:gsLst>
              <a:lin ang="13500000" scaled="0"/>
            </a:gradFill>
          </a:ln>
          <a:effectLst>
            <a:outerShdw blurRad="190500" dist="127000" dir="5400000" sx="85000" sy="85000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31"/>
            </p:custDataLst>
          </p:nvPr>
        </p:nvSpPr>
        <p:spPr>
          <a:xfrm>
            <a:off x="8990965" y="2996565"/>
            <a:ext cx="1078230" cy="344805"/>
          </a:xfrm>
          <a:custGeom>
            <a:avLst/>
            <a:gdLst>
              <a:gd name="connsiteX0" fmla="*/ 0 w 1698"/>
              <a:gd name="connsiteY0" fmla="*/ 0 h 543"/>
              <a:gd name="connsiteX1" fmla="*/ 837 w 1698"/>
              <a:gd name="connsiteY1" fmla="*/ 543 h 543"/>
              <a:gd name="connsiteX2" fmla="*/ 1698 w 1698"/>
              <a:gd name="connsiteY2" fmla="*/ 0 h 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8" h="543">
                <a:moveTo>
                  <a:pt x="0" y="0"/>
                </a:moveTo>
                <a:lnTo>
                  <a:pt x="837" y="543"/>
                </a:lnTo>
                <a:lnTo>
                  <a:pt x="1698" y="0"/>
                </a:lnTo>
              </a:path>
            </a:pathLst>
          </a:custGeom>
          <a:noFill/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Medium" panose="00000600000000000000" charset="-122"/>
            </a:endParaRPr>
          </a:p>
        </p:txBody>
      </p:sp>
      <p:cxnSp>
        <p:nvCxnSpPr>
          <p:cNvPr id="116" name="直接连接符 115"/>
          <p:cNvCxnSpPr/>
          <p:nvPr>
            <p:custDataLst>
              <p:tags r:id="rId32"/>
            </p:custDataLst>
          </p:nvPr>
        </p:nvCxnSpPr>
        <p:spPr>
          <a:xfrm>
            <a:off x="9531985" y="2625725"/>
            <a:ext cx="0" cy="57848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stCxn id="115" idx="1"/>
          </p:cNvCxnSpPr>
          <p:nvPr>
            <p:custDataLst>
              <p:tags r:id="rId33"/>
            </p:custDataLst>
          </p:nvPr>
        </p:nvCxnSpPr>
        <p:spPr>
          <a:xfrm>
            <a:off x="9522460" y="3341370"/>
            <a:ext cx="0" cy="573405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序号"/>
          <p:cNvSpPr txBox="1"/>
          <p:nvPr>
            <p:custDataLst>
              <p:tags r:id="rId34"/>
            </p:custDataLst>
          </p:nvPr>
        </p:nvSpPr>
        <p:spPr>
          <a:xfrm>
            <a:off x="9202420" y="306197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50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+mn-ea"/>
                <a:cs typeface="MiSans Medium" panose="00000600000000000000" charset="-122"/>
              </a:rPr>
              <a:t>04</a:t>
            </a:r>
            <a:endParaRPr lang="en-US" sz="3600" b="1">
              <a:solidFill>
                <a:srgbClr val="FFFFFF"/>
              </a:solidFill>
              <a:latin typeface="+mn-ea"/>
              <a:cs typeface="MiSans Medium" panose="00000600000000000000" charset="-122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b="1"/>
              <a:t>一、办赛目的</a:t>
            </a:r>
            <a:endParaRPr lang="zh-CN" altLang="en-US" b="1"/>
          </a:p>
        </p:txBody>
      </p:sp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695960" y="2713740"/>
            <a:ext cx="10799365" cy="0"/>
          </a:xfrm>
          <a:prstGeom prst="line">
            <a:avLst/>
          </a:prstGeom>
          <a:solidFill>
            <a:schemeClr val="lt1">
              <a:lumMod val="100000"/>
              <a:alpha val="0"/>
            </a:schemeClr>
          </a:solidFill>
          <a:ln w="10160">
            <a:solidFill>
              <a:schemeClr val="accent2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文本框 11"/>
          <p:cNvSpPr txBox="1"/>
          <p:nvPr>
            <p:custDataLst>
              <p:tags r:id="rId3"/>
            </p:custDataLst>
          </p:nvPr>
        </p:nvSpPr>
        <p:spPr>
          <a:xfrm>
            <a:off x="1333462" y="1558743"/>
            <a:ext cx="10161308" cy="1154362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紧密对接吉安市电子信息首位产业发展需求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聚焦电子专用设备装调领域技术技能人才缺口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文本框 13"/>
          <p:cNvSpPr txBox="1"/>
          <p:nvPr>
            <p:custDataLst>
              <p:tags r:id="rId4"/>
            </p:custDataLst>
          </p:nvPr>
        </p:nvSpPr>
        <p:spPr>
          <a:xfrm>
            <a:off x="1333462" y="2713105"/>
            <a:ext cx="10161308" cy="1154362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通过竞赛推动电子信息类专业建设与教学改革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检验电子专用设备装调技能人才培养水平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" name="文本框 14"/>
          <p:cNvSpPr txBox="1"/>
          <p:nvPr>
            <p:custDataLst>
              <p:tags r:id="rId5"/>
            </p:custDataLst>
          </p:nvPr>
        </p:nvSpPr>
        <p:spPr>
          <a:xfrm>
            <a:off x="1333462" y="3868103"/>
            <a:ext cx="10161308" cy="1154362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搭建产教融合交流平台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,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促进院校与电子制造企业深度合作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文本框 15"/>
          <p:cNvSpPr txBox="1"/>
          <p:nvPr>
            <p:custDataLst>
              <p:tags r:id="rId6"/>
            </p:custDataLst>
          </p:nvPr>
        </p:nvSpPr>
        <p:spPr>
          <a:xfrm>
            <a:off x="1333462" y="5023100"/>
            <a:ext cx="10161308" cy="1154362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为吉安电子信息产业集群发展提供人才支撑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cxnSp>
        <p:nvCxnSpPr>
          <p:cNvPr id="6" name="直接连接符 16"/>
          <p:cNvCxnSpPr/>
          <p:nvPr>
            <p:custDataLst>
              <p:tags r:id="rId7"/>
            </p:custDataLst>
          </p:nvPr>
        </p:nvCxnSpPr>
        <p:spPr>
          <a:xfrm>
            <a:off x="695960" y="3868103"/>
            <a:ext cx="10799365" cy="0"/>
          </a:xfrm>
          <a:prstGeom prst="line">
            <a:avLst/>
          </a:prstGeom>
          <a:solidFill>
            <a:schemeClr val="lt1">
              <a:lumMod val="100000"/>
              <a:alpha val="0"/>
            </a:schemeClr>
          </a:solidFill>
          <a:ln w="10160">
            <a:solidFill>
              <a:schemeClr val="accent3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7" name="直接连接符 17"/>
          <p:cNvCxnSpPr/>
          <p:nvPr>
            <p:custDataLst>
              <p:tags r:id="rId8"/>
            </p:custDataLst>
          </p:nvPr>
        </p:nvCxnSpPr>
        <p:spPr>
          <a:xfrm>
            <a:off x="695960" y="5022465"/>
            <a:ext cx="10799365" cy="0"/>
          </a:xfrm>
          <a:prstGeom prst="line">
            <a:avLst/>
          </a:prstGeom>
          <a:solidFill>
            <a:schemeClr val="lt1">
              <a:lumMod val="100000"/>
              <a:alpha val="0"/>
            </a:schemeClr>
          </a:solidFill>
          <a:ln w="10160">
            <a:solidFill>
              <a:schemeClr val="accent4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8" name="文本框 20"/>
          <p:cNvSpPr txBox="1"/>
          <p:nvPr>
            <p:custDataLst>
              <p:tags r:id="rId9"/>
            </p:custDataLst>
          </p:nvPr>
        </p:nvSpPr>
        <p:spPr>
          <a:xfrm>
            <a:off x="695325" y="5022465"/>
            <a:ext cx="638137" cy="1155632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0">
                      <a:schemeClr val="accent4">
                        <a:alpha val="100000"/>
                      </a:schemeClr>
                    </a:gs>
                    <a:gs pos="100000">
                      <a:schemeClr val="accent4">
                        <a:alpha val="7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04</a:t>
            </a:r>
            <a:endParaRPr lang="en-US" altLang="zh-CN" sz="3000" b="1" dirty="0">
              <a:gradFill>
                <a:gsLst>
                  <a:gs pos="0">
                    <a:schemeClr val="accent4">
                      <a:alpha val="100000"/>
                    </a:schemeClr>
                  </a:gs>
                  <a:gs pos="100000">
                    <a:schemeClr val="accent4">
                      <a:alpha val="7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9" name="文本框 21"/>
          <p:cNvSpPr txBox="1"/>
          <p:nvPr>
            <p:custDataLst>
              <p:tags r:id="rId10"/>
            </p:custDataLst>
          </p:nvPr>
        </p:nvSpPr>
        <p:spPr>
          <a:xfrm>
            <a:off x="695325" y="3866833"/>
            <a:ext cx="638137" cy="1155632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0">
                      <a:schemeClr val="accent3">
                        <a:alpha val="100000"/>
                      </a:schemeClr>
                    </a:gs>
                    <a:gs pos="100000">
                      <a:schemeClr val="accent3">
                        <a:alpha val="7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03</a:t>
            </a:r>
            <a:endParaRPr lang="en-US" altLang="zh-CN" sz="3000" b="1" dirty="0">
              <a:gradFill>
                <a:gsLst>
                  <a:gs pos="0">
                    <a:schemeClr val="accent3">
                      <a:alpha val="100000"/>
                    </a:schemeClr>
                  </a:gs>
                  <a:gs pos="100000">
                    <a:schemeClr val="accent3">
                      <a:alpha val="7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10" name="文本框 22"/>
          <p:cNvSpPr txBox="1"/>
          <p:nvPr>
            <p:custDataLst>
              <p:tags r:id="rId11"/>
            </p:custDataLst>
          </p:nvPr>
        </p:nvSpPr>
        <p:spPr>
          <a:xfrm>
            <a:off x="695325" y="2714375"/>
            <a:ext cx="638137" cy="1155632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0">
                      <a:schemeClr val="accent2">
                        <a:alpha val="100000"/>
                      </a:schemeClr>
                    </a:gs>
                    <a:gs pos="100000">
                      <a:schemeClr val="accent2">
                        <a:alpha val="7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02</a:t>
            </a:r>
            <a:endParaRPr lang="en-US" altLang="zh-CN" sz="3000" b="1" dirty="0">
              <a:gradFill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accent2">
                      <a:alpha val="7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  <p:sp>
        <p:nvSpPr>
          <p:cNvPr id="11" name="文本框 23"/>
          <p:cNvSpPr txBox="1"/>
          <p:nvPr>
            <p:custDataLst>
              <p:tags r:id="rId12"/>
            </p:custDataLst>
          </p:nvPr>
        </p:nvSpPr>
        <p:spPr>
          <a:xfrm>
            <a:off x="695325" y="1558743"/>
            <a:ext cx="638137" cy="1155632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0"/>
                </a:gradFill>
                <a:latin typeface="+mj-lt"/>
                <a:ea typeface="+mj-lt"/>
                <a:sym typeface="+mn-ea"/>
              </a:rPr>
              <a:t>01</a:t>
            </a:r>
            <a:endParaRPr lang="en-US" altLang="zh-CN" sz="3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5400000" scaled="0"/>
              </a:gradFill>
              <a:latin typeface="+mj-lt"/>
              <a:ea typeface="+mj-lt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71500" y="1543050"/>
            <a:ext cx="11049000" cy="651510"/>
            <a:chOff x="900" y="2430"/>
            <a:chExt cx="17400" cy="1026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900" y="2430"/>
              <a:ext cx="17400" cy="1026"/>
            </a:xfrm>
            <a:custGeom>
              <a:avLst/>
              <a:gdLst>
                <a:gd name="sw" fmla="*/ 1 w 17400"/>
                <a:gd name="sh" fmla="*/ 1 h 1026"/>
                <a:gd name="mins" fmla="min sw sh"/>
                <a:gd name="dsw" fmla="+- 0 sw mins"/>
                <a:gd name="dsh" fmla="+- 0 sh mins"/>
                <a:gd name="p0x0" fmla="*/ 0 w 17400"/>
                <a:gd name="p0y0" fmla="*/ 0 h 1026"/>
                <a:gd name="p0x1" fmla="*/ 17400 w 17400"/>
                <a:gd name="p0y1" fmla="*/ 0 h 1026"/>
                <a:gd name="p0x2" fmla="*/ 17400 w 17400"/>
                <a:gd name="p0y2" fmla="*/ 1026 h 1026"/>
                <a:gd name="p0x3" fmla="*/ 0 w 17400"/>
                <a:gd name="p0y3" fmla="*/ 1026 h 1026"/>
                <a:gd name="p0x4" fmla="*/ 0 w 17400"/>
                <a:gd name="p0y4" fmla="*/ 0 h 10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900" y="2430"/>
              <a:ext cx="60" cy="1026"/>
            </a:xfrm>
            <a:custGeom>
              <a:avLst/>
              <a:gdLst>
                <a:gd name="sw" fmla="*/ 1 w 60"/>
                <a:gd name="sh" fmla="*/ 1 h 1026"/>
                <a:gd name="mins" fmla="min sw sh"/>
                <a:gd name="dsw" fmla="+- 0 sw mins"/>
                <a:gd name="dsh" fmla="+- 0 sh mins"/>
                <a:gd name="p0x0" fmla="*/ 0 w 60"/>
                <a:gd name="p0y0" fmla="*/ 1026 h 1026"/>
                <a:gd name="p0x1" fmla="*/ 0 w 60"/>
                <a:gd name="p0y1" fmla="*/ 0 h 1026"/>
                <a:gd name="p0x2" fmla="*/ 60 w 60"/>
                <a:gd name="p0y2" fmla="*/ 0 h 1026"/>
                <a:gd name="p0x3" fmla="*/ 60 w 60"/>
                <a:gd name="p0y3" fmla="*/ 1026 h 1026"/>
                <a:gd name="p0x4" fmla="*/ 0 w 60"/>
                <a:gd name="p0y4" fmla="*/ 1026 h 10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941" t="-4118" r="-2941" b="-4118"/>
          <a:stretch>
            <a:fillRect/>
          </a:stretch>
        </p:blipFill>
        <p:spPr>
          <a:xfrm>
            <a:off x="914400" y="1744980"/>
            <a:ext cx="171450" cy="17526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38250" y="1701165"/>
            <a:ext cx="9781222" cy="3314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万安电子电路板技工学校是</a:t>
            </a:r>
            <a:r>
              <a:rPr lang="en-US" altLang="zh-CN" sz="1400">
                <a:solidFill>
                  <a:schemeClr val="tx1"/>
                </a:solidFill>
                <a:cs typeface="微软雅黑" panose="020B0503020204020204" charset="-122"/>
              </a:rPr>
              <a:t>2024</a:t>
            </a: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年全省技工院校办学质量评估</a:t>
            </a:r>
            <a:r>
              <a:rPr lang="en-US" altLang="zh-CN" sz="1400">
                <a:solidFill>
                  <a:schemeClr val="tx1"/>
                </a:solidFill>
                <a:cs typeface="微软雅黑" panose="020B0503020204020204" charset="-122"/>
              </a:rPr>
              <a:t>A</a:t>
            </a: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等次院校，江西省省级示范中职学校，全省职业教育先进单位</a:t>
            </a:r>
            <a:endParaRPr lang="zh-CN" altLang="en-US" sz="14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71500" y="2429510"/>
            <a:ext cx="10924540" cy="651510"/>
            <a:chOff x="900" y="5322"/>
            <a:chExt cx="17400" cy="1026"/>
          </a:xfrm>
        </p:grpSpPr>
        <p:sp>
          <p:nvSpPr>
            <p:cNvPr id="14" name="任意多边形 13"/>
            <p:cNvSpPr/>
            <p:nvPr>
              <p:custDataLst>
                <p:tags r:id="rId8"/>
              </p:custDataLst>
            </p:nvPr>
          </p:nvSpPr>
          <p:spPr>
            <a:xfrm>
              <a:off x="900" y="5322"/>
              <a:ext cx="17400" cy="1026"/>
            </a:xfrm>
            <a:custGeom>
              <a:avLst/>
              <a:gdLst>
                <a:gd name="sw" fmla="*/ 1 w 17400"/>
                <a:gd name="sh" fmla="*/ 1 h 1026"/>
                <a:gd name="mins" fmla="min sw sh"/>
                <a:gd name="dsw" fmla="+- 0 sw mins"/>
                <a:gd name="dsh" fmla="+- 0 sh mins"/>
                <a:gd name="p0x0" fmla="*/ 0 w 17400"/>
                <a:gd name="p0y0" fmla="*/ 0 h 1026"/>
                <a:gd name="p0x1" fmla="*/ 17400 w 17400"/>
                <a:gd name="p0y1" fmla="*/ 0 h 1026"/>
                <a:gd name="p0x2" fmla="*/ 17400 w 17400"/>
                <a:gd name="p0y2" fmla="*/ 1026 h 1026"/>
                <a:gd name="p0x3" fmla="*/ 0 w 17400"/>
                <a:gd name="p0y3" fmla="*/ 1026 h 1026"/>
                <a:gd name="p0x4" fmla="*/ 0 w 17400"/>
                <a:gd name="p0y4" fmla="*/ 0 h 10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9"/>
              </p:custDataLst>
            </p:nvPr>
          </p:nvSpPr>
          <p:spPr>
            <a:xfrm>
              <a:off x="900" y="5322"/>
              <a:ext cx="60" cy="1026"/>
            </a:xfrm>
            <a:custGeom>
              <a:avLst/>
              <a:gdLst>
                <a:gd name="sw" fmla="*/ 1 w 60"/>
                <a:gd name="sh" fmla="*/ 1 h 1026"/>
                <a:gd name="mins" fmla="min sw sh"/>
                <a:gd name="dsw" fmla="+- 0 sw mins"/>
                <a:gd name="dsh" fmla="+- 0 sh mins"/>
                <a:gd name="p0x0" fmla="*/ 0 w 60"/>
                <a:gd name="p0y0" fmla="*/ 1026 h 1026"/>
                <a:gd name="p0x1" fmla="*/ 0 w 60"/>
                <a:gd name="p0y1" fmla="*/ 0 h 1026"/>
                <a:gd name="p0x2" fmla="*/ 60 w 60"/>
                <a:gd name="p0y2" fmla="*/ 0 h 1026"/>
                <a:gd name="p0x3" fmla="*/ 60 w 60"/>
                <a:gd name="p0y3" fmla="*/ 1026 h 1026"/>
                <a:gd name="p0x4" fmla="*/ 0 w 60"/>
                <a:gd name="p0y4" fmla="*/ 1026 h 10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941" t="-4118" r="-2941" b="-4118"/>
          <a:stretch>
            <a:fillRect/>
          </a:stretch>
        </p:blipFill>
        <p:spPr>
          <a:xfrm>
            <a:off x="914400" y="2631440"/>
            <a:ext cx="171450" cy="17526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1238250" y="2587625"/>
            <a:ext cx="9867900" cy="331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</a:rPr>
              <a:t>先</a:t>
            </a:r>
            <a:r>
              <a:rPr lang="zh-CN" altLang="en-US" sz="1600">
                <a:solidFill>
                  <a:schemeClr val="tx1"/>
                </a:solidFill>
                <a:cs typeface="微软雅黑" panose="020B0503020204020204" charset="-122"/>
              </a:rPr>
              <a:t>后承办过吉安市中职学校技能大赛、江西省职业院校技能大赛等赛事</a:t>
            </a:r>
            <a:endParaRPr lang="zh-CN" altLang="en-US" sz="16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>
                <a:sym typeface="+mn-ea"/>
              </a:rPr>
              <a:t>二、办赛经验</a:t>
            </a:r>
            <a:endParaRPr lang="zh-CN" altLang="en-US" b="1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99030" y="3197860"/>
            <a:ext cx="6781800" cy="322008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505460" y="1851025"/>
            <a:ext cx="108000" cy="10800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5960" y="1695450"/>
            <a:ext cx="6400800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6000"/>
              </a:lnSpc>
            </a:pPr>
            <a:r>
              <a:rPr sz="1400">
                <a:solidFill>
                  <a:schemeClr val="tx1"/>
                </a:solidFill>
              </a:rPr>
              <a:t>开设电子技术应用、计算机应用与维修等特色专业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05460" y="2606675"/>
            <a:ext cx="108000" cy="10800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960" y="2435860"/>
            <a:ext cx="6605949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6000"/>
              </a:lnSpc>
            </a:pP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建有电子技术实训基地，配备先进的电子设备装调、焊接、检测等实训设备，总值超</a:t>
            </a:r>
            <a:r>
              <a:rPr lang="en-US" altLang="zh-CN" sz="1400">
                <a:solidFill>
                  <a:schemeClr val="tx1"/>
                </a:solidFill>
                <a:cs typeface="微软雅黑" panose="020B0503020204020204" charset="-122"/>
              </a:rPr>
              <a:t>600</a:t>
            </a: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万元</a:t>
            </a:r>
            <a:endParaRPr lang="zh-CN" altLang="en-US" sz="14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05460" y="3406775"/>
            <a:ext cx="108000" cy="10800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960" y="3246120"/>
            <a:ext cx="6343650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6000"/>
              </a:lnSpc>
            </a:pPr>
            <a:r>
              <a:rPr sz="1400">
                <a:solidFill>
                  <a:schemeClr val="tx1"/>
                </a:solidFill>
              </a:rPr>
              <a:t>能够满足理论测试、设备装调方案设计、电子专用设备装调与检测三个模块的竞赛需求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505460" y="4206875"/>
            <a:ext cx="108000" cy="10800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95960" y="4063365"/>
            <a:ext cx="634365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6000"/>
              </a:lnSpc>
            </a:pP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拥有电子技术类专业教师</a:t>
            </a:r>
            <a:r>
              <a:rPr lang="en-US" altLang="zh-CN" sz="1400">
                <a:solidFill>
                  <a:schemeClr val="tx1"/>
                </a:solidFill>
                <a:cs typeface="微软雅黑" panose="020B0503020204020204" charset="-122"/>
              </a:rPr>
              <a:t>10</a:t>
            </a:r>
            <a:r>
              <a:rPr lang="zh-CN" altLang="en-US" sz="1400">
                <a:solidFill>
                  <a:schemeClr val="tx1"/>
                </a:solidFill>
                <a:cs typeface="微软雅黑" panose="020B0503020204020204" charset="-122"/>
              </a:rPr>
              <a:t>名，双师型教师占比达</a:t>
            </a:r>
            <a:r>
              <a:rPr lang="en-US" altLang="zh-CN" sz="1400">
                <a:solidFill>
                  <a:schemeClr val="tx1"/>
                </a:solidFill>
                <a:cs typeface="微软雅黑" panose="020B0503020204020204" charset="-122"/>
              </a:rPr>
              <a:t>80%</a:t>
            </a:r>
            <a:endParaRPr lang="zh-CN" altLang="en-US" sz="14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505460" y="5055235"/>
            <a:ext cx="108000" cy="10800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95960" y="4935220"/>
            <a:ext cx="6343650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6000"/>
              </a:lnSpc>
            </a:pPr>
            <a:r>
              <a:rPr sz="1400">
                <a:solidFill>
                  <a:schemeClr val="tx1"/>
                </a:solidFill>
              </a:rPr>
              <a:t>能够为赛事提供专业的技术支持和评判保障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696325" y="5778817"/>
            <a:ext cx="1866900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chemeClr val="tx1"/>
                </a:solidFill>
              </a:rPr>
              <a:t>电子设备装调实训实验室实景</a:t>
            </a:r>
            <a:endParaRPr sz="1050">
              <a:solidFill>
                <a:schemeClr val="tx1"/>
              </a:solidFill>
            </a:endParaRPr>
          </a:p>
        </p:txBody>
      </p:sp>
      <p:sp>
        <p:nvSpPr>
          <p:cNvPr id="33" name="标题 32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三、办赛能力</a:t>
            </a:r>
            <a:endParaRPr lang="zh-CN" altLang="en-US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1865" y="1462405"/>
            <a:ext cx="4480560" cy="336042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" name="组合 28"/>
          <p:cNvGrpSpPr/>
          <p:nvPr/>
        </p:nvGrpSpPr>
        <p:grpSpPr>
          <a:xfrm>
            <a:off x="685800" y="1233170"/>
            <a:ext cx="5105400" cy="1908175"/>
            <a:chOff x="1080" y="6150"/>
            <a:chExt cx="8040" cy="3870"/>
          </a:xfrm>
        </p:grpSpPr>
        <p:sp>
          <p:nvSpPr>
            <p:cNvPr id="15" name="任意多边形 14"/>
            <p:cNvSpPr/>
            <p:nvPr>
              <p:custDataLst>
                <p:tags r:id="rId1"/>
              </p:custDataLst>
            </p:nvPr>
          </p:nvSpPr>
          <p:spPr>
            <a:xfrm>
              <a:off x="1080" y="6150"/>
              <a:ext cx="8040" cy="3870"/>
            </a:xfrm>
            <a:custGeom>
              <a:avLst/>
              <a:gdLst>
                <a:gd name="sw" fmla="*/ 1 w 8040"/>
                <a:gd name="sh" fmla="*/ 1 h 3870"/>
                <a:gd name="mins" fmla="min sw sh"/>
                <a:gd name="dsw" fmla="+- 0 sw mins"/>
                <a:gd name="dsh" fmla="+- 0 sh mins"/>
                <a:gd name="p0x0" fmla="*/ 0 w 8040"/>
                <a:gd name="p0y0" fmla="*/ 0 h 3870"/>
                <a:gd name="p0x1" fmla="*/ 8040 w 8040"/>
                <a:gd name="p0y1" fmla="*/ 0 h 3870"/>
                <a:gd name="p0x2" fmla="*/ 8040 w 8040"/>
                <a:gd name="p0y2" fmla="*/ 3870 h 3870"/>
                <a:gd name="p0x3" fmla="*/ 0 w 8040"/>
                <a:gd name="p0y3" fmla="*/ 3870 h 3870"/>
                <a:gd name="p0x4" fmla="*/ 0 w 8040"/>
                <a:gd name="p0y4" fmla="*/ 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 15"/>
            <p:cNvSpPr/>
            <p:nvPr>
              <p:custDataLst>
                <p:tags r:id="rId2"/>
              </p:custDataLst>
            </p:nvPr>
          </p:nvSpPr>
          <p:spPr>
            <a:xfrm>
              <a:off x="1080" y="6150"/>
              <a:ext cx="60" cy="3870"/>
            </a:xfrm>
            <a:custGeom>
              <a:avLst/>
              <a:gdLst>
                <a:gd name="sw" fmla="*/ 1 w 60"/>
                <a:gd name="sh" fmla="*/ 1 h 3870"/>
                <a:gd name="mins" fmla="min sw sh"/>
                <a:gd name="dsw" fmla="+- 0 sw mins"/>
                <a:gd name="dsh" fmla="+- 0 sh mins"/>
                <a:gd name="p0x0" fmla="*/ 0 w 60"/>
                <a:gd name="p0y0" fmla="*/ 3870 h 3870"/>
                <a:gd name="p0x1" fmla="*/ 0 w 60"/>
                <a:gd name="p0y1" fmla="*/ 0 h 3870"/>
                <a:gd name="p0x2" fmla="*/ 60 w 60"/>
                <a:gd name="p0y2" fmla="*/ 0 h 3870"/>
                <a:gd name="p0x3" fmla="*/ 60 w 60"/>
                <a:gd name="p0y3" fmla="*/ 3870 h 3870"/>
                <a:gd name="p0x4" fmla="*/ 0 w 60"/>
                <a:gd name="p0y4" fmla="*/ 387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556" t="-2632" r="-5556" b="-2632"/>
          <a:stretch>
            <a:fillRect/>
          </a:stretch>
        </p:blipFill>
        <p:spPr>
          <a:xfrm>
            <a:off x="1028700" y="1545590"/>
            <a:ext cx="190500" cy="1905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295400" y="1360805"/>
            <a:ext cx="4191000" cy="308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chemeClr val="accent1"/>
                </a:solidFill>
              </a:rPr>
              <a:t>安全保障</a:t>
            </a:r>
            <a:endParaRPr sz="2400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028700" y="1930400"/>
            <a:ext cx="4457700" cy="563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</a:rPr>
              <a:t>建立完善的赛事安全保障体系，配备专业的安保人员和医疗急救人员，制定设备安全、用电安全、消防安全等专项保障方案</a:t>
            </a:r>
            <a:endParaRPr sz="1600">
              <a:solidFill>
                <a:schemeClr val="tx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400800" y="1233170"/>
            <a:ext cx="5105400" cy="1908175"/>
            <a:chOff x="10080" y="6150"/>
            <a:chExt cx="8040" cy="3870"/>
          </a:xfrm>
        </p:grpSpPr>
        <p:sp>
          <p:nvSpPr>
            <p:cNvPr id="21" name="任意多边形 20"/>
            <p:cNvSpPr/>
            <p:nvPr>
              <p:custDataLst>
                <p:tags r:id="rId8"/>
              </p:custDataLst>
            </p:nvPr>
          </p:nvSpPr>
          <p:spPr>
            <a:xfrm>
              <a:off x="10080" y="6150"/>
              <a:ext cx="8040" cy="3870"/>
            </a:xfrm>
            <a:custGeom>
              <a:avLst/>
              <a:gdLst>
                <a:gd name="sw" fmla="*/ 1 w 8040"/>
                <a:gd name="sh" fmla="*/ 1 h 3870"/>
                <a:gd name="mins" fmla="min sw sh"/>
                <a:gd name="dsw" fmla="+- 0 sw mins"/>
                <a:gd name="dsh" fmla="+- 0 sh mins"/>
                <a:gd name="p0x0" fmla="*/ 0 w 8040"/>
                <a:gd name="p0y0" fmla="*/ 0 h 3870"/>
                <a:gd name="p0x1" fmla="*/ 8040 w 8040"/>
                <a:gd name="p0y1" fmla="*/ 0 h 3870"/>
                <a:gd name="p0x2" fmla="*/ 8040 w 8040"/>
                <a:gd name="p0y2" fmla="*/ 3870 h 3870"/>
                <a:gd name="p0x3" fmla="*/ 0 w 8040"/>
                <a:gd name="p0y3" fmla="*/ 3870 h 3870"/>
                <a:gd name="p0x4" fmla="*/ 0 w 8040"/>
                <a:gd name="p0y4" fmla="*/ 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 21"/>
            <p:cNvSpPr/>
            <p:nvPr>
              <p:custDataLst>
                <p:tags r:id="rId9"/>
              </p:custDataLst>
            </p:nvPr>
          </p:nvSpPr>
          <p:spPr>
            <a:xfrm>
              <a:off x="10080" y="6150"/>
              <a:ext cx="60" cy="3870"/>
            </a:xfrm>
            <a:custGeom>
              <a:avLst/>
              <a:gdLst>
                <a:gd name="sw" fmla="*/ 1 w 60"/>
                <a:gd name="sh" fmla="*/ 1 h 3870"/>
                <a:gd name="mins" fmla="min sw sh"/>
                <a:gd name="dsw" fmla="+- 0 sw mins"/>
                <a:gd name="dsh" fmla="+- 0 sh mins"/>
                <a:gd name="p0x0" fmla="*/ 0 w 60"/>
                <a:gd name="p0y0" fmla="*/ 3870 h 3870"/>
                <a:gd name="p0x1" fmla="*/ 0 w 60"/>
                <a:gd name="p0y1" fmla="*/ 0 h 3870"/>
                <a:gd name="p0x2" fmla="*/ 60 w 60"/>
                <a:gd name="p0y2" fmla="*/ 0 h 3870"/>
                <a:gd name="p0x3" fmla="*/ 60 w 60"/>
                <a:gd name="p0y3" fmla="*/ 3870 h 3870"/>
                <a:gd name="p0x4" fmla="*/ 0 w 60"/>
                <a:gd name="p0y4" fmla="*/ 387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4" name="图片 2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-8824" b="-8824"/>
          <a:stretch>
            <a:fillRect/>
          </a:stretch>
        </p:blipFill>
        <p:spPr>
          <a:xfrm>
            <a:off x="6743700" y="1545590"/>
            <a:ext cx="190500" cy="1905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10400" y="1360805"/>
            <a:ext cx="4191000" cy="308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chemeClr val="accent1"/>
                </a:solidFill>
              </a:rPr>
              <a:t>交通保障</a:t>
            </a:r>
            <a:endParaRPr sz="2400" b="1">
              <a:solidFill>
                <a:schemeClr val="accent1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4"/>
            </p:custDataLst>
          </p:nvPr>
        </p:nvSpPr>
        <p:spPr>
          <a:xfrm>
            <a:off x="6743700" y="1930400"/>
            <a:ext cx="4457700" cy="563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</a:rPr>
              <a:t>位于万安县工业园一区，交通便利，距离</a:t>
            </a:r>
            <a:r>
              <a:rPr lang="zh-CN" sz="1600">
                <a:solidFill>
                  <a:schemeClr val="tx1"/>
                </a:solidFill>
              </a:rPr>
              <a:t>万安县高铁站</a:t>
            </a:r>
            <a:r>
              <a:rPr sz="1600">
                <a:solidFill>
                  <a:schemeClr val="tx1"/>
                </a:solidFill>
              </a:rPr>
              <a:t>仅</a:t>
            </a:r>
            <a:r>
              <a:rPr lang="en-US" sz="1600">
                <a:solidFill>
                  <a:schemeClr val="tx1"/>
                </a:solidFill>
              </a:rPr>
              <a:t>2</a:t>
            </a: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</a:rPr>
              <a:t>0</a:t>
            </a:r>
            <a:r>
              <a:rPr lang="zh-CN" altLang="en-US" sz="1600" b="1">
                <a:solidFill>
                  <a:schemeClr val="tx1"/>
                </a:solidFill>
                <a:cs typeface="微软雅黑" panose="020B0503020204020204" charset="-122"/>
              </a:rPr>
              <a:t>分钟</a:t>
            </a:r>
            <a:r>
              <a:rPr sz="1600">
                <a:solidFill>
                  <a:schemeClr val="tx1"/>
                </a:solidFill>
              </a:rPr>
              <a:t>车程，周边配套设施完善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四、办赛保障</a:t>
            </a:r>
            <a:endParaRPr lang="zh-CN" altLang="en-US" dirty="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1995" y="3500120"/>
            <a:ext cx="5177790" cy="28524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17005" y="3500120"/>
            <a:ext cx="5177790" cy="28524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3595" y="3656965"/>
            <a:ext cx="4967605" cy="2562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76185" y="3500120"/>
            <a:ext cx="2487930" cy="2764155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" name="组合 26"/>
          <p:cNvGrpSpPr/>
          <p:nvPr/>
        </p:nvGrpSpPr>
        <p:grpSpPr>
          <a:xfrm>
            <a:off x="685800" y="1220470"/>
            <a:ext cx="5105400" cy="1720215"/>
            <a:chOff x="1080" y="1680"/>
            <a:chExt cx="8040" cy="3870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1080" y="1680"/>
              <a:ext cx="8040" cy="3870"/>
            </a:xfrm>
            <a:custGeom>
              <a:avLst/>
              <a:gdLst>
                <a:gd name="sw" fmla="*/ 1 w 8040"/>
                <a:gd name="sh" fmla="*/ 1 h 3870"/>
                <a:gd name="mins" fmla="min sw sh"/>
                <a:gd name="dsw" fmla="+- 0 sw mins"/>
                <a:gd name="dsh" fmla="+- 0 sh mins"/>
                <a:gd name="p0x0" fmla="*/ 0 w 8040"/>
                <a:gd name="p0y0" fmla="*/ 0 h 3870"/>
                <a:gd name="p0x1" fmla="*/ 8040 w 8040"/>
                <a:gd name="p0y1" fmla="*/ 0 h 3870"/>
                <a:gd name="p0x2" fmla="*/ 8040 w 8040"/>
                <a:gd name="p0y2" fmla="*/ 3870 h 3870"/>
                <a:gd name="p0x3" fmla="*/ 0 w 8040"/>
                <a:gd name="p0y3" fmla="*/ 3870 h 3870"/>
                <a:gd name="p0x4" fmla="*/ 0 w 8040"/>
                <a:gd name="p0y4" fmla="*/ 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080" y="1680"/>
              <a:ext cx="60" cy="3870"/>
            </a:xfrm>
            <a:custGeom>
              <a:avLst/>
              <a:gdLst>
                <a:gd name="sw" fmla="*/ 1 w 60"/>
                <a:gd name="sh" fmla="*/ 1 h 3870"/>
                <a:gd name="mins" fmla="min sw sh"/>
                <a:gd name="dsw" fmla="+- 0 sw mins"/>
                <a:gd name="dsh" fmla="+- 0 sh mins"/>
                <a:gd name="p0x0" fmla="*/ 0 w 60"/>
                <a:gd name="p0y0" fmla="*/ 3870 h 3870"/>
                <a:gd name="p0x1" fmla="*/ 0 w 60"/>
                <a:gd name="p0y1" fmla="*/ 0 h 3870"/>
                <a:gd name="p0x2" fmla="*/ 60 w 60"/>
                <a:gd name="p0y2" fmla="*/ 0 h 3870"/>
                <a:gd name="p0x3" fmla="*/ 60 w 60"/>
                <a:gd name="p0y3" fmla="*/ 3870 h 3870"/>
                <a:gd name="p0x4" fmla="*/ 0 w 60"/>
                <a:gd name="p0y4" fmla="*/ 387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061" t="-8824" r="-1061" b="-8824"/>
          <a:stretch>
            <a:fillRect/>
          </a:stretch>
        </p:blipFill>
        <p:spPr>
          <a:xfrm>
            <a:off x="1028700" y="1532890"/>
            <a:ext cx="213995" cy="1905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319213" y="1376045"/>
            <a:ext cx="4167188" cy="308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chemeClr val="accent1"/>
                </a:solidFill>
              </a:rPr>
              <a:t>组织保障</a:t>
            </a:r>
            <a:endParaRPr sz="2400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028700" y="1917700"/>
            <a:ext cx="4675505" cy="563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</a:rPr>
              <a:t>成立由</a:t>
            </a:r>
            <a:r>
              <a:rPr lang="zh-CN" sz="1600">
                <a:solidFill>
                  <a:schemeClr val="tx1"/>
                </a:solidFill>
              </a:rPr>
              <a:t>书记、</a:t>
            </a:r>
            <a:r>
              <a:rPr sz="1600">
                <a:solidFill>
                  <a:schemeClr val="tx1"/>
                </a:solidFill>
              </a:rPr>
              <a:t>校长牵头的赛事筹备工作小组，制定了详细的赛事筹备方案和应急预案</a:t>
            </a:r>
            <a:endParaRPr sz="1600">
              <a:solidFill>
                <a:schemeClr val="tx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400800" y="1220470"/>
            <a:ext cx="5105400" cy="1720215"/>
            <a:chOff x="10080" y="1680"/>
            <a:chExt cx="8040" cy="3870"/>
          </a:xfrm>
        </p:grpSpPr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10080" y="1680"/>
              <a:ext cx="8040" cy="3870"/>
            </a:xfrm>
            <a:custGeom>
              <a:avLst/>
              <a:gdLst>
                <a:gd name="sw" fmla="*/ 1 w 8040"/>
                <a:gd name="sh" fmla="*/ 1 h 3870"/>
                <a:gd name="mins" fmla="min sw sh"/>
                <a:gd name="dsw" fmla="+- 0 sw mins"/>
                <a:gd name="dsh" fmla="+- 0 sh mins"/>
                <a:gd name="p0x0" fmla="*/ 0 w 8040"/>
                <a:gd name="p0y0" fmla="*/ 0 h 3870"/>
                <a:gd name="p0x1" fmla="*/ 8040 w 8040"/>
                <a:gd name="p0y1" fmla="*/ 0 h 3870"/>
                <a:gd name="p0x2" fmla="*/ 8040 w 8040"/>
                <a:gd name="p0y2" fmla="*/ 3870 h 3870"/>
                <a:gd name="p0x3" fmla="*/ 0 w 8040"/>
                <a:gd name="p0y3" fmla="*/ 3870 h 3870"/>
                <a:gd name="p0x4" fmla="*/ 0 w 8040"/>
                <a:gd name="p0y4" fmla="*/ 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9"/>
              </p:custDataLst>
            </p:nvPr>
          </p:nvSpPr>
          <p:spPr>
            <a:xfrm>
              <a:off x="10080" y="1680"/>
              <a:ext cx="60" cy="3870"/>
            </a:xfrm>
            <a:custGeom>
              <a:avLst/>
              <a:gdLst>
                <a:gd name="sw" fmla="*/ 1 w 60"/>
                <a:gd name="sh" fmla="*/ 1 h 3870"/>
                <a:gd name="mins" fmla="min sw sh"/>
                <a:gd name="dsw" fmla="+- 0 sw mins"/>
                <a:gd name="dsh" fmla="+- 0 sh mins"/>
                <a:gd name="p0x0" fmla="*/ 0 w 60"/>
                <a:gd name="p0y0" fmla="*/ 3870 h 3870"/>
                <a:gd name="p0x1" fmla="*/ 0 w 60"/>
                <a:gd name="p0y1" fmla="*/ 0 h 3870"/>
                <a:gd name="p0x2" fmla="*/ 60 w 60"/>
                <a:gd name="p0y2" fmla="*/ 0 h 3870"/>
                <a:gd name="p0x3" fmla="*/ 60 w 60"/>
                <a:gd name="p0y3" fmla="*/ 3870 h 3870"/>
                <a:gd name="p0x4" fmla="*/ 0 w 60"/>
                <a:gd name="p0y4" fmla="*/ 3870 h 3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6743700" y="1532890"/>
            <a:ext cx="142875" cy="1905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962775" y="1376045"/>
            <a:ext cx="4238625" cy="308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chemeClr val="accent1"/>
                </a:solidFill>
              </a:rPr>
              <a:t>场地保障</a:t>
            </a:r>
            <a:endParaRPr sz="2400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743700" y="1917700"/>
            <a:ext cx="4457700" cy="563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600">
                <a:solidFill>
                  <a:schemeClr val="tx1"/>
                </a:solidFill>
              </a:rPr>
              <a:t>现有实训场地</a:t>
            </a: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</a:rPr>
              <a:t>500</a:t>
            </a:r>
            <a:r>
              <a:rPr lang="zh-CN" altLang="en-US" sz="1600" b="1">
                <a:solidFill>
                  <a:schemeClr val="tx1"/>
                </a:solidFill>
                <a:cs typeface="微软雅黑" panose="020B0503020204020204" charset="-122"/>
              </a:rPr>
              <a:t>余平方米</a:t>
            </a:r>
            <a:r>
              <a:rPr sz="1600">
                <a:solidFill>
                  <a:schemeClr val="tx1"/>
                </a:solidFill>
              </a:rPr>
              <a:t>，可同时容纳</a:t>
            </a:r>
            <a:r>
              <a:rPr lang="en-US" sz="1600">
                <a:solidFill>
                  <a:schemeClr val="tx1"/>
                </a:solidFill>
              </a:rPr>
              <a:t>4</a:t>
            </a:r>
            <a:r>
              <a:rPr lang="en-US" sz="1600" b="1">
                <a:solidFill>
                  <a:schemeClr val="tx1"/>
                </a:solidFill>
                <a:cs typeface="微软雅黑" panose="020B0503020204020204" charset="-122"/>
              </a:rPr>
              <a:t>0</a:t>
            </a:r>
            <a:r>
              <a:rPr lang="zh-CN" altLang="en-US" sz="1600" b="1">
                <a:solidFill>
                  <a:schemeClr val="tx1"/>
                </a:solidFill>
                <a:cs typeface="微软雅黑" panose="020B0503020204020204" charset="-122"/>
              </a:rPr>
              <a:t>名</a:t>
            </a:r>
            <a:r>
              <a:rPr sz="1600">
                <a:solidFill>
                  <a:schemeClr val="tx1"/>
                </a:solidFill>
              </a:rPr>
              <a:t>选手参赛；配套有完善的食宿设施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四、办赛保障</a:t>
            </a:r>
            <a:endParaRPr lang="zh-CN" altLang="en-US" dirty="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1995" y="3500120"/>
            <a:ext cx="5177790" cy="28524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47130" y="3500120"/>
            <a:ext cx="5492115" cy="28524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4230" y="3759835"/>
            <a:ext cx="4966970" cy="2155190"/>
          </a:xfrm>
          <a:prstGeom prst="rect">
            <a:avLst/>
          </a:prstGeom>
        </p:spPr>
      </p:pic>
      <p:pic>
        <p:nvPicPr>
          <p:cNvPr id="16" name="图片 15" descr="电子装备实训室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689985"/>
            <a:ext cx="2769870" cy="2472690"/>
          </a:xfrm>
          <a:prstGeom prst="rect">
            <a:avLst/>
          </a:prstGeom>
        </p:spPr>
      </p:pic>
      <p:pic>
        <p:nvPicPr>
          <p:cNvPr id="17" name="图片 16" descr="机房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885" y="3689985"/>
            <a:ext cx="2435225" cy="247332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>
            <p:custDataLst>
              <p:tags r:id="rId1"/>
            </p:custDataLst>
          </p:nvPr>
        </p:nvSpPr>
        <p:spPr>
          <a:xfrm>
            <a:off x="9873615" y="5323840"/>
            <a:ext cx="784860" cy="600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36" h="946">
                <a:moveTo>
                  <a:pt x="740" y="0"/>
                </a:moveTo>
                <a:lnTo>
                  <a:pt x="1236" y="0"/>
                </a:lnTo>
                <a:lnTo>
                  <a:pt x="1236" y="451"/>
                </a:lnTo>
                <a:cubicBezTo>
                  <a:pt x="1234" y="572"/>
                  <a:pt x="1187" y="676"/>
                  <a:pt x="1098" y="764"/>
                </a:cubicBezTo>
                <a:cubicBezTo>
                  <a:pt x="1008" y="850"/>
                  <a:pt x="887" y="911"/>
                  <a:pt x="733" y="946"/>
                </a:cubicBezTo>
                <a:lnTo>
                  <a:pt x="733" y="741"/>
                </a:lnTo>
                <a:cubicBezTo>
                  <a:pt x="809" y="713"/>
                  <a:pt x="864" y="674"/>
                  <a:pt x="900" y="626"/>
                </a:cubicBezTo>
                <a:cubicBezTo>
                  <a:pt x="939" y="577"/>
                  <a:pt x="958" y="534"/>
                  <a:pt x="958" y="496"/>
                </a:cubicBezTo>
                <a:lnTo>
                  <a:pt x="740" y="496"/>
                </a:lnTo>
                <a:lnTo>
                  <a:pt x="740" y="0"/>
                </a:lnTo>
                <a:close/>
                <a:moveTo>
                  <a:pt x="7" y="0"/>
                </a:moveTo>
                <a:lnTo>
                  <a:pt x="506" y="0"/>
                </a:lnTo>
                <a:lnTo>
                  <a:pt x="506" y="451"/>
                </a:lnTo>
                <a:cubicBezTo>
                  <a:pt x="504" y="572"/>
                  <a:pt x="451" y="680"/>
                  <a:pt x="348" y="776"/>
                </a:cubicBezTo>
                <a:cubicBezTo>
                  <a:pt x="270" y="855"/>
                  <a:pt x="154" y="911"/>
                  <a:pt x="0" y="946"/>
                </a:cubicBezTo>
                <a:lnTo>
                  <a:pt x="0" y="741"/>
                </a:lnTo>
                <a:cubicBezTo>
                  <a:pt x="76" y="712"/>
                  <a:pt x="134" y="673"/>
                  <a:pt x="174" y="622"/>
                </a:cubicBezTo>
                <a:cubicBezTo>
                  <a:pt x="210" y="576"/>
                  <a:pt x="228" y="534"/>
                  <a:pt x="228" y="496"/>
                </a:cubicBezTo>
                <a:lnTo>
                  <a:pt x="7" y="496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412240" y="1776095"/>
            <a:ext cx="804545" cy="6159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67" h="970">
                <a:moveTo>
                  <a:pt x="1267" y="0"/>
                </a:moveTo>
                <a:lnTo>
                  <a:pt x="1267" y="210"/>
                </a:lnTo>
                <a:cubicBezTo>
                  <a:pt x="1189" y="240"/>
                  <a:pt x="1130" y="280"/>
                  <a:pt x="1089" y="332"/>
                </a:cubicBezTo>
                <a:cubicBezTo>
                  <a:pt x="1052" y="380"/>
                  <a:pt x="1033" y="423"/>
                  <a:pt x="1033" y="461"/>
                </a:cubicBezTo>
                <a:lnTo>
                  <a:pt x="1260" y="461"/>
                </a:lnTo>
                <a:lnTo>
                  <a:pt x="1260" y="970"/>
                </a:lnTo>
                <a:lnTo>
                  <a:pt x="748" y="970"/>
                </a:lnTo>
                <a:lnTo>
                  <a:pt x="748" y="508"/>
                </a:lnTo>
                <a:cubicBezTo>
                  <a:pt x="751" y="384"/>
                  <a:pt x="805" y="272"/>
                  <a:pt x="910" y="174"/>
                </a:cubicBezTo>
                <a:cubicBezTo>
                  <a:pt x="990" y="94"/>
                  <a:pt x="1109" y="36"/>
                  <a:pt x="1267" y="0"/>
                </a:cubicBezTo>
                <a:close/>
                <a:moveTo>
                  <a:pt x="515" y="0"/>
                </a:moveTo>
                <a:lnTo>
                  <a:pt x="515" y="210"/>
                </a:lnTo>
                <a:cubicBezTo>
                  <a:pt x="438" y="239"/>
                  <a:pt x="381" y="279"/>
                  <a:pt x="344" y="328"/>
                </a:cubicBezTo>
                <a:cubicBezTo>
                  <a:pt x="305" y="378"/>
                  <a:pt x="285" y="423"/>
                  <a:pt x="285" y="461"/>
                </a:cubicBezTo>
                <a:lnTo>
                  <a:pt x="508" y="461"/>
                </a:lnTo>
                <a:lnTo>
                  <a:pt x="508" y="970"/>
                </a:lnTo>
                <a:lnTo>
                  <a:pt x="0" y="970"/>
                </a:lnTo>
                <a:lnTo>
                  <a:pt x="0" y="508"/>
                </a:lnTo>
                <a:cubicBezTo>
                  <a:pt x="3" y="384"/>
                  <a:pt x="50" y="277"/>
                  <a:pt x="142" y="187"/>
                </a:cubicBezTo>
                <a:cubicBezTo>
                  <a:pt x="233" y="98"/>
                  <a:pt x="358" y="36"/>
                  <a:pt x="515" y="0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604475"/>
            <a:ext cx="10800000" cy="720000"/>
          </a:xfrm>
        </p:spPr>
        <p:txBody>
          <a:bodyPr/>
          <a:lstStyle/>
          <a:p>
            <a:pPr algn="ctr"/>
            <a:r>
              <a:rPr lang="zh-CN" altLang="en-US" sz="3600" b="1"/>
              <a:t>办赛承诺</a:t>
            </a:r>
            <a:endParaRPr lang="zh-CN" altLang="en-US" sz="3600" b="1"/>
          </a:p>
        </p:txBody>
      </p:sp>
      <p:sp>
        <p:nvSpPr>
          <p:cNvPr id="36" name="任意多边形: 形状 35"/>
          <p:cNvSpPr/>
          <p:nvPr>
            <p:custDataLst>
              <p:tags r:id="rId4"/>
            </p:custDataLst>
          </p:nvPr>
        </p:nvSpPr>
        <p:spPr>
          <a:xfrm>
            <a:off x="2568575" y="1932940"/>
            <a:ext cx="8321675" cy="367030"/>
          </a:xfrm>
          <a:custGeom>
            <a:avLst/>
            <a:gdLst>
              <a:gd name="connsiteX0" fmla="*/ 0 w 13105"/>
              <a:gd name="connsiteY0" fmla="*/ 0 h 578"/>
              <a:gd name="connsiteX1" fmla="*/ 12690 w 13105"/>
              <a:gd name="connsiteY1" fmla="*/ 22 h 578"/>
              <a:gd name="connsiteX2" fmla="*/ 13105 w 13105"/>
              <a:gd name="connsiteY2" fmla="*/ 334 h 578"/>
              <a:gd name="connsiteX3" fmla="*/ 13105 w 13105"/>
              <a:gd name="connsiteY3" fmla="*/ 578 h 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05" h="578">
                <a:moveTo>
                  <a:pt x="0" y="0"/>
                </a:moveTo>
                <a:lnTo>
                  <a:pt x="12690" y="22"/>
                </a:lnTo>
                <a:cubicBezTo>
                  <a:pt x="12919" y="22"/>
                  <a:pt x="13105" y="162"/>
                  <a:pt x="13105" y="334"/>
                </a:cubicBezTo>
                <a:lnTo>
                  <a:pt x="13105" y="578"/>
                </a:lnTo>
              </a:path>
            </a:pathLst>
          </a:custGeom>
          <a:noFill/>
          <a:ln w="25400" cap="rnd">
            <a:solidFill>
              <a:schemeClr val="accent1">
                <a:alpha val="65000"/>
              </a:scheme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7" name="任意多边形: 形状 36"/>
          <p:cNvSpPr/>
          <p:nvPr>
            <p:custDataLst>
              <p:tags r:id="rId5"/>
            </p:custDataLst>
          </p:nvPr>
        </p:nvSpPr>
        <p:spPr>
          <a:xfrm>
            <a:off x="10877550" y="2672715"/>
            <a:ext cx="12700" cy="2556000"/>
          </a:xfrm>
          <a:custGeom>
            <a:avLst/>
            <a:gdLst>
              <a:gd name="connsiteX0" fmla="*/ 0 w 9525"/>
              <a:gd name="connsiteY0" fmla="*/ 1752695 h 1752695"/>
              <a:gd name="connsiteX1" fmla="*/ 0 w 9525"/>
              <a:gd name="connsiteY1" fmla="*/ 0 h 175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752695">
                <a:moveTo>
                  <a:pt x="0" y="1752695"/>
                </a:moveTo>
                <a:lnTo>
                  <a:pt x="0" y="0"/>
                </a:lnTo>
              </a:path>
            </a:pathLst>
          </a:custGeom>
          <a:ln w="25400" cap="rnd">
            <a:solidFill>
              <a:schemeClr val="accent1">
                <a:alpha val="65000"/>
              </a:scheme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任意多边形: 形状 38"/>
          <p:cNvSpPr/>
          <p:nvPr>
            <p:custDataLst>
              <p:tags r:id="rId6"/>
            </p:custDataLst>
          </p:nvPr>
        </p:nvSpPr>
        <p:spPr>
          <a:xfrm>
            <a:off x="10607675" y="2446655"/>
            <a:ext cx="464185" cy="502920"/>
          </a:xfrm>
          <a:custGeom>
            <a:avLst/>
            <a:gdLst>
              <a:gd name="connsiteX0" fmla="*/ 0 w 334517"/>
              <a:gd name="connsiteY0" fmla="*/ 362426 h 362426"/>
              <a:gd name="connsiteX1" fmla="*/ 334518 w 334517"/>
              <a:gd name="connsiteY1" fmla="*/ 0 h 362426"/>
              <a:gd name="connsiteX2" fmla="*/ 0 w 334517"/>
              <a:gd name="connsiteY2" fmla="*/ 362426 h 36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517" h="362426">
                <a:moveTo>
                  <a:pt x="0" y="362426"/>
                </a:moveTo>
                <a:lnTo>
                  <a:pt x="334518" y="0"/>
                </a:lnTo>
                <a:lnTo>
                  <a:pt x="0" y="362426"/>
                </a:lnTo>
                <a:close/>
              </a:path>
            </a:pathLst>
          </a:custGeom>
          <a:noFill/>
          <a:ln w="25400" cap="rnd">
            <a:solidFill>
              <a:schemeClr val="accent1">
                <a:alpha val="65000"/>
              </a:scheme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2331720" y="2771140"/>
            <a:ext cx="7988935" cy="221107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indent="0" algn="ctr" fontAlgn="auto">
              <a:lnSpc>
                <a:spcPct val="140000"/>
              </a:lnSpc>
            </a:pP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我们将严格按照江西省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振兴杯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职业技能竞赛组委会的要求，坚持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公平、公正、公开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的竞赛原则，高标准、高质量完成各项赛事组织工作，确保赛事安全、有序、精彩举办。</a:t>
            </a:r>
            <a:endParaRPr lang="zh-CN" altLang="en-US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9" name="图形 47"/>
          <p:cNvSpPr/>
          <p:nvPr>
            <p:custDataLst>
              <p:tags r:id="rId8"/>
            </p:custDataLst>
          </p:nvPr>
        </p:nvSpPr>
        <p:spPr>
          <a:xfrm>
            <a:off x="1517650" y="2740025"/>
            <a:ext cx="7938770" cy="3517309"/>
          </a:xfrm>
          <a:custGeom>
            <a:avLst/>
            <a:gdLst>
              <a:gd name="connsiteX0" fmla="*/ 11 w 12502"/>
              <a:gd name="connsiteY0" fmla="*/ 0 h 5539"/>
              <a:gd name="connsiteX1" fmla="*/ 0 w 12502"/>
              <a:gd name="connsiteY1" fmla="*/ 5475 h 5539"/>
              <a:gd name="connsiteX2" fmla="*/ 142 w 12502"/>
              <a:gd name="connsiteY2" fmla="*/ 5513 h 5539"/>
              <a:gd name="connsiteX3" fmla="*/ 889 w 12502"/>
              <a:gd name="connsiteY3" fmla="*/ 4704 h 5539"/>
              <a:gd name="connsiteX4" fmla="*/ 989 w 12502"/>
              <a:gd name="connsiteY4" fmla="*/ 4663 h 5539"/>
              <a:gd name="connsiteX5" fmla="*/ 12502 w 12502"/>
              <a:gd name="connsiteY5" fmla="*/ 4659 h 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02" h="5539">
                <a:moveTo>
                  <a:pt x="11" y="0"/>
                </a:moveTo>
                <a:lnTo>
                  <a:pt x="0" y="5475"/>
                </a:lnTo>
                <a:cubicBezTo>
                  <a:pt x="0" y="5536"/>
                  <a:pt x="96" y="5563"/>
                  <a:pt x="142" y="5513"/>
                </a:cubicBezTo>
                <a:lnTo>
                  <a:pt x="889" y="4704"/>
                </a:lnTo>
                <a:cubicBezTo>
                  <a:pt x="912" y="4678"/>
                  <a:pt x="950" y="4663"/>
                  <a:pt x="989" y="4663"/>
                </a:cubicBezTo>
                <a:lnTo>
                  <a:pt x="12502" y="4659"/>
                </a:lnTo>
              </a:path>
            </a:pathLst>
          </a:custGeom>
          <a:noFill/>
          <a:ln w="25400" cap="rnd">
            <a:solidFill>
              <a:schemeClr val="accent1">
                <a:alpha val="65000"/>
              </a:scheme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任意多边形: 形状 37"/>
          <p:cNvSpPr/>
          <p:nvPr>
            <p:custDataLst>
              <p:tags r:id="rId9"/>
            </p:custDataLst>
          </p:nvPr>
        </p:nvSpPr>
        <p:spPr>
          <a:xfrm>
            <a:off x="10593705" y="2135505"/>
            <a:ext cx="464185" cy="495300"/>
          </a:xfrm>
          <a:custGeom>
            <a:avLst/>
            <a:gdLst>
              <a:gd name="connsiteX0" fmla="*/ 0 w 334517"/>
              <a:gd name="connsiteY0" fmla="*/ 356807 h 356806"/>
              <a:gd name="connsiteX1" fmla="*/ 334518 w 334517"/>
              <a:gd name="connsiteY1" fmla="*/ 0 h 356806"/>
              <a:gd name="connsiteX2" fmla="*/ 0 w 334517"/>
              <a:gd name="connsiteY2" fmla="*/ 356807 h 35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517" h="356806">
                <a:moveTo>
                  <a:pt x="0" y="356807"/>
                </a:moveTo>
                <a:lnTo>
                  <a:pt x="334518" y="0"/>
                </a:lnTo>
                <a:lnTo>
                  <a:pt x="0" y="356807"/>
                </a:lnTo>
                <a:close/>
              </a:path>
            </a:pathLst>
          </a:custGeom>
          <a:noFill/>
          <a:ln w="25400" cap="rnd">
            <a:solidFill>
              <a:schemeClr val="accent1">
                <a:alpha val="65000"/>
              </a:scheme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谢谢聆听！</a:t>
            </a:r>
            <a:br>
              <a:rPr lang="zh-CN" altLang="en-US"/>
            </a:br>
            <a:r>
              <a:rPr lang="zh-CN" altLang="en-US"/>
              <a:t>敬请各位</a:t>
            </a:r>
            <a:r>
              <a:rPr lang="zh-CN" altLang="en-US"/>
              <a:t>专家批评</a:t>
            </a:r>
            <a:r>
              <a:rPr lang="zh-CN" altLang="en-US"/>
              <a:t>指正！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0;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3"/>
</p:tagLst>
</file>

<file path=ppt/tags/tag6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8"/>
</p:tagLst>
</file>

<file path=ppt/tags/tag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8"/>
</p:tagLst>
</file>

<file path=ppt/tags/tag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3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8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87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88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89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9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0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0;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8"/>
</p:tagLst>
</file>

<file path=ppt/tags/tag115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719"/>
</p:tagLst>
</file>

<file path=ppt/tags/tag15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5719"/>
</p:tagLst>
</file>

<file path=ppt/tags/tag15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719"/>
  <p:tag name="KSO_WM_TEMPLATE_CATEGORY" val="custom"/>
  <p:tag name="KSO_WM_TEMPLATE_MASTER_TYPE" val="0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719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  <p:tag name="KSO_WM_UNIT_ISCONTENTSTITLE" val="0"/>
  <p:tag name="KSO_WM_UNIT_TEXT_TYPE" val="1"/>
  <p:tag name="KSO_WM_UNIT_PRESET_TEXT" val="单击此处添加文档的标题内容"/>
</p:tagLst>
</file>

<file path=ppt/tags/tag178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ID" val="custom20235719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  <p:tag name="KSO_WM_UNIT_TEXT_LAYER_COUNT" val="1"/>
  <p:tag name="KSO_WM_UNIT_VALUE" val="18"/>
  <p:tag name="KSO_WM_UNIT_PRESET_TEXT_INDEX" val="-1"/>
  <p:tag name="KSO_WM_UNIT_PRESET_TEXT_LEN" val="0"/>
</p:tagLst>
</file>

<file path=ppt/tags/tag17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719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  <p:tag name="KSO_WM_UNIT_TEXT_LAYER_COUNT" val="1"/>
  <p:tag name="KSO_WM_UNIT_VALUE" val="8"/>
  <p:tag name="KSO_WM_UNIT_PRESET_TEXT_INDEX" val="-1"/>
  <p:tag name="KSO_WM_UNIT_PRESET_TEXT_LEN" val="0"/>
</p:tagLst>
</file>

<file path=ppt/tags/tag180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719"/>
  <p:tag name="KSO_WM_TEMPLATE_CATEGORY" val="custom"/>
  <p:tag name="KSO_WM_SLIDE_INDEX" val="1"/>
  <p:tag name="KSO_WM_SLIDE_ID" val="custom20235719_1"/>
  <p:tag name="KSO_WM_TEMPLATE_MASTER_TYPE" val="0"/>
  <p:tag name="KSO_WM_SLIDE_LAYOUT" val="a_f"/>
  <p:tag name="KSO_WM_SLIDE_LAYOUT_CNT" val="1_3"/>
  <p:tag name="KSO_WM_SLIDE_THEME_ID" val="3401722"/>
  <p:tag name="KSO_WM_SLIDE_THEME_NAME" val="简约风蓝黄立体教育教学"/>
</p:tagLst>
</file>

<file path=ppt/tags/tag1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719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5719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  <p:tag name="KSO_WM_UNIT_VALUE" val="4"/>
  <p:tag name="KSO_WM_UNIT_PRESET_TEXT_INDEX" val="-1"/>
  <p:tag name="KSO_WM_UNIT_PRESET_TEXT_LEN" val="0"/>
</p:tagLst>
</file>

<file path=ppt/tags/tag183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UNIT_SUBTYPE" val="a"/>
  <p:tag name="KSO_WM_UNIT_TEXT_LAYER_COUNT" val="1"/>
  <p:tag name="KSO_WM_UNIT_TEXT_TYPE" val="1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&#10;目录项标题"/>
</p:tagLst>
</file>

<file path=ppt/tags/tag184.xml><?xml version="1.0" encoding="utf-8"?>
<p:tagLst xmlns:p="http://schemas.openxmlformats.org/presentationml/2006/main">
  <p:tag name="KSO_WM_UNIT_TYPE" val="l_h_i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5,&quot;pos&quot;:0.699999988079071,&quot;transparency&quot;:0.699999988079071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5.xml><?xml version="1.0" encoding="utf-8"?>
<p:tagLst xmlns:p="http://schemas.openxmlformats.org/presentationml/2006/main">
  <p:tag name="KSO_WM_UNIT_TYPE" val="l_h_i"/>
  <p:tag name="KSO_WM_UNIT_INDEX" val="1_1_7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5,&quot;pos&quot;:0.699999988079071,&quot;transparency&quot;:0.699999988079071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6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gradient&quot;:[{&quot;brightness&quot;:0,&quot;colorType&quot;:1,&quot;foreColorIndex&quot;:5,&quot;pos&quot;:0.5,&quot;transparency&quot;:1},{&quot;brightness&quot;:0,&quot;colorType&quot;:1,&quot;foreColorIndex&quot;:5,&quot;pos&quot;:0.49000000953674316,&quot;transparency&quot;:0}],&quot;type&quot;:2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7.xml><?xml version="1.0" encoding="utf-8"?>
<p:tagLst xmlns:p="http://schemas.openxmlformats.org/presentationml/2006/main">
  <p:tag name="KSO_WM_UNIT_TYPE" val="l_h_i"/>
  <p:tag name="KSO_WM_UNIT_INDEX" val="1_1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8.xml><?xml version="1.0" encoding="utf-8"?>
<p:tagLst xmlns:p="http://schemas.openxmlformats.org/presentationml/2006/main">
  <p:tag name="KSO_WM_UNIT_TYPE" val="l_h_i"/>
  <p:tag name="KSO_WM_UNIT_INDEX" val="1_1_6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9.xml><?xml version="1.0" encoding="utf-8"?>
<p:tagLst xmlns:p="http://schemas.openxmlformats.org/presentationml/2006/main">
  <p:tag name="KSO_WM_UNIT_TYPE" val="l_h_i"/>
  <p:tag name="KSO_WM_UNIT_INDEX" val="1_1_5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90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1_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1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UNIT_SUBTYPE" val="a"/>
  <p:tag name="KSO_WM_UNIT_TEXT_LAYER_COUNT" val="1"/>
  <p:tag name="KSO_WM_UNIT_TEXT_TYPE" val="1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&#10;目录项标题"/>
</p:tagLst>
</file>

<file path=ppt/tags/tag192.xml><?xml version="1.0" encoding="utf-8"?>
<p:tagLst xmlns:p="http://schemas.openxmlformats.org/presentationml/2006/main">
  <p:tag name="KSO_WM_UNIT_TYPE" val="l_h_i"/>
  <p:tag name="KSO_WM_UNIT_INDEX" val="1_2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6,&quot;pos&quot;:0.699999988079071,&quot;transparency&quot;:0.6000000238418579},{&quot;brightness&quot;:0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3.xml><?xml version="1.0" encoding="utf-8"?>
<p:tagLst xmlns:p="http://schemas.openxmlformats.org/presentationml/2006/main">
  <p:tag name="KSO_WM_UNIT_TYPE" val="l_h_i"/>
  <p:tag name="KSO_WM_UNIT_INDEX" val="1_2_7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6,&quot;pos&quot;:0.699999988079071,&quot;transparency&quot;:0.6000000238418579},{&quot;brightness&quot;:0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4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solid&quot;:{&quot;brightness&quot;:0,&quot;colorType&quot;:1,&quot;foreColorIndex&quot;:6,&quot;transparency&quot;:0.20000000298023224},&quot;type&quot;:1},&quot;glow&quot;:{&quot;colorType&quot;:0},&quot;line&quot;:{&quot;gradient&quot;:[{&quot;brightness&quot;:0,&quot;colorType&quot;:1,&quot;foreColorIndex&quot;:6,&quot;pos&quot;:0.5,&quot;transparency&quot;:1},{&quot;brightness&quot;:0,&quot;colorType&quot;:1,&quot;foreColorIndex&quot;:6,&quot;pos&quot;:0.49000000953674316,&quot;transparency&quot;:0}],&quot;type&quot;:2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5.xml><?xml version="1.0" encoding="utf-8"?>
<p:tagLst xmlns:p="http://schemas.openxmlformats.org/presentationml/2006/main">
  <p:tag name="KSO_WM_UNIT_TYPE" val="l_h_i"/>
  <p:tag name="KSO_WM_UNIT_INDEX" val="1_2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6.xml><?xml version="1.0" encoding="utf-8"?>
<p:tagLst xmlns:p="http://schemas.openxmlformats.org/presentationml/2006/main">
  <p:tag name="KSO_WM_UNIT_TYPE" val="l_h_i"/>
  <p:tag name="KSO_WM_UNIT_INDEX" val="1_2_6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97.xml><?xml version="1.0" encoding="utf-8"?>
<p:tagLst xmlns:p="http://schemas.openxmlformats.org/presentationml/2006/main">
  <p:tag name="KSO_WM_UNIT_TYPE" val="l_h_i"/>
  <p:tag name="KSO_WM_UNIT_INDEX" val="1_2_5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98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2_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99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UNIT_SUBTYPE" val="a"/>
  <p:tag name="KSO_WM_UNIT_TEXT_LAYER_COUNT" val="1"/>
  <p:tag name="KSO_WM_UNIT_TEXT_TYPE" val="1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&#10;目录项标题"/>
</p:tagLst>
</file>

<file path=ppt/tags/tag200.xml><?xml version="1.0" encoding="utf-8"?>
<p:tagLst xmlns:p="http://schemas.openxmlformats.org/presentationml/2006/main">
  <p:tag name="KSO_WM_UNIT_TYPE" val="l_h_i"/>
  <p:tag name="KSO_WM_UNIT_INDEX" val="1_3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5,&quot;pos&quot;:0.699999988079071,&quot;transparency&quot;:0.699999988079071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1.xml><?xml version="1.0" encoding="utf-8"?>
<p:tagLst xmlns:p="http://schemas.openxmlformats.org/presentationml/2006/main">
  <p:tag name="KSO_WM_UNIT_TYPE" val="l_h_i"/>
  <p:tag name="KSO_WM_UNIT_INDEX" val="1_3_7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5,&quot;pos&quot;:0.699999988079071,&quot;transparency&quot;:0.699999988079071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2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gradient&quot;:[{&quot;brightness&quot;:0,&quot;colorType&quot;:1,&quot;foreColorIndex&quot;:5,&quot;pos&quot;:0.5,&quot;transparency&quot;:1},{&quot;brightness&quot;:0,&quot;colorType&quot;:1,&quot;foreColorIndex&quot;:5,&quot;pos&quot;:0.49000000953674316,&quot;transparency&quot;:0}],&quot;type&quot;:2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3.xml><?xml version="1.0" encoding="utf-8"?>
<p:tagLst xmlns:p="http://schemas.openxmlformats.org/presentationml/2006/main">
  <p:tag name="KSO_WM_UNIT_TYPE" val="l_h_i"/>
  <p:tag name="KSO_WM_UNIT_INDEX" val="1_3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4.xml><?xml version="1.0" encoding="utf-8"?>
<p:tagLst xmlns:p="http://schemas.openxmlformats.org/presentationml/2006/main">
  <p:tag name="KSO_WM_UNIT_TYPE" val="l_h_i"/>
  <p:tag name="KSO_WM_UNIT_INDEX" val="1_3_6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05.xml><?xml version="1.0" encoding="utf-8"?>
<p:tagLst xmlns:p="http://schemas.openxmlformats.org/presentationml/2006/main">
  <p:tag name="KSO_WM_UNIT_TYPE" val="l_h_i"/>
  <p:tag name="KSO_WM_UNIT_INDEX" val="1_3_5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06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3_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7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UNIT_SUBTYPE" val="a"/>
  <p:tag name="KSO_WM_UNIT_TEXT_LAYER_COUNT" val="1"/>
  <p:tag name="KSO_WM_UNIT_TEXT_TYPE" val="1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&#10;目录项标题"/>
</p:tagLst>
</file>

<file path=ppt/tags/tag208.xml><?xml version="1.0" encoding="utf-8"?>
<p:tagLst xmlns:p="http://schemas.openxmlformats.org/presentationml/2006/main">
  <p:tag name="KSO_WM_UNIT_TYPE" val="l_h_i"/>
  <p:tag name="KSO_WM_UNIT_INDEX" val="1_4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6,&quot;pos&quot;:0.699999988079071,&quot;transparency&quot;:0.6000000238418579},{&quot;brightness&quot;:0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9.xml><?xml version="1.0" encoding="utf-8"?>
<p:tagLst xmlns:p="http://schemas.openxmlformats.org/presentationml/2006/main">
  <p:tag name="KSO_WM_UNIT_TYPE" val="l_h_i"/>
  <p:tag name="KSO_WM_UNIT_INDEX" val="1_4_7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gradient&quot;:[{&quot;brightness&quot;:0,&quot;colorType&quot;:1,&quot;foreColorIndex&quot;:6,&quot;pos&quot;:0.699999988079071,&quot;transparency&quot;:0.6000000238418579},{&quot;brightness&quot;:0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0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solid&quot;:{&quot;brightness&quot;:0,&quot;colorType&quot;:1,&quot;foreColorIndex&quot;:6,&quot;transparency&quot;:0.20000000298023224},&quot;type&quot;:1},&quot;glow&quot;:{&quot;colorType&quot;:0},&quot;line&quot;:{&quot;gradient&quot;:[{&quot;brightness&quot;:0,&quot;colorType&quot;:1,&quot;foreColorIndex&quot;:6,&quot;pos&quot;:0.5,&quot;transparency&quot;:1},{&quot;brightness&quot;:0,&quot;colorType&quot;:1,&quot;foreColorIndex&quot;:6,&quot;pos&quot;:0.49000000953674316,&quot;transparency&quot;:0}],&quot;type&quot;:2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1.xml><?xml version="1.0" encoding="utf-8"?>
<p:tagLst xmlns:p="http://schemas.openxmlformats.org/presentationml/2006/main">
  <p:tag name="KSO_WM_UNIT_TYPE" val="l_h_i"/>
  <p:tag name="KSO_WM_UNIT_INDEX" val="1_4_4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2.xml><?xml version="1.0" encoding="utf-8"?>
<p:tagLst xmlns:p="http://schemas.openxmlformats.org/presentationml/2006/main">
  <p:tag name="KSO_WM_UNIT_TYPE" val="l_h_i"/>
  <p:tag name="KSO_WM_UNIT_INDEX" val="1_4_6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13.xml><?xml version="1.0" encoding="utf-8"?>
<p:tagLst xmlns:p="http://schemas.openxmlformats.org/presentationml/2006/main">
  <p:tag name="KSO_WM_UNIT_TYPE" val="l_h_i"/>
  <p:tag name="KSO_WM_UNIT_INDEX" val="1_4_5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14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719_4*l_h_i*1_4_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719"/>
  <p:tag name="KSO_WM_TEMPLATE_CATEGORY" val="custom"/>
  <p:tag name="KSO_WM_DIAGRAM_MAX_ITEMCNT" val="6"/>
  <p:tag name="KSO_WM_DIAGRAM_MIN_ITEMCNT" val="2"/>
  <p:tag name="KSO_WM_DIAGRAM_VIRTUALLY_FRAME" val="{&quot;height&quot;:174.5500030517578,&quot;left&quot;:31.50689697265625,&quot;top&quot;:205.79999847412108,&quot;width&quot;:896.9862060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5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719"/>
  <p:tag name="KSO_WM_TEMPLATE_CATEGORY" val="custom"/>
  <p:tag name="KSO_WM_SLIDE_INDEX" val="4"/>
  <p:tag name="KSO_WM_SLIDE_ID" val="custom20235719_4"/>
  <p:tag name="KSO_WM_TEMPLATE_MASTER_TYPE" val="0"/>
  <p:tag name="KSO_WM_SLIDE_LAYOUT" val="a_l"/>
  <p:tag name="KSO_WM_SLIDE_LAYOUT_CNT" val="1_1"/>
  <p:tag name="KSO_WM_SLIDE_DIAGTYPE" val="l"/>
  <p:tag name="KSO_WM_SLIDE_THEME_ID" val="3401722"/>
  <p:tag name="KSO_WM_SLIDE_THEME_NAME" val="简约风蓝黄立体教育教学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9*a*1"/>
  <p:tag name="KSO_WM_TEMPLATE_CATEGORY" val="diagram"/>
  <p:tag name="KSO_WM_TEMPLATE_INDEX" val="20235153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2_2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UNIT_LINE_FORE_SCHEMECOLOR_INDEX" val="6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solid&quot;:{&quot;brightness&quot;:0,&quot;colorType&quot;:1,&quot;foreColorIndex&quot;:2,&quot;transparency&quot;: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2"/>
  <p:tag name="KSO_WM_UNIT_FILL_TYPE" val="1"/>
  <p:tag name="KSO_WM_UNIT_LINE_FILL_TYPE" val="2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f*1_1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VALUE" val="17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f*1_2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f*1_3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f*1_4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3_2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UNIT_LINE_FORE_SCHEMECOLOR_INDEX" val="7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solid&quot;:{&quot;brightness&quot;:0,&quot;colorType&quot;:1,&quot;foreColorIndex&quot;:2,&quot;transparency&quot;: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2"/>
  <p:tag name="KSO_WM_UNIT_FILL_TYPE" val="1"/>
  <p:tag name="KSO_WM_UNIT_LINE_FILL_TYPE" val="2"/>
  <p:tag name="KSO_WM_UNIT_USESOURCEFORMAT_APPLY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4_2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UNIT_LINE_FORE_SCHEMECOLOR_INDEX" val="8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solid&quot;:{&quot;brightness&quot;:0,&quot;colorType&quot;:1,&quot;foreColorIndex&quot;:2,&quot;transparency&quot;: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2"/>
  <p:tag name="KSO_WM_UNIT_FILL_TYPE" val="1"/>
  <p:tag name="KSO_WM_UNIT_LINE_FILL_TYPE" val="2"/>
  <p:tag name="KSO_WM_UNIT_USESOURCEFORMAT_APPLY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4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3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2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3*l_h_i*1_1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392.3307972473866,&quot;left&quot;:54.75,&quot;top&quot;:108.43460137630673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28.xml><?xml version="1.0" encoding="utf-8"?>
<p:tagLst xmlns:p="http://schemas.openxmlformats.org/presentationml/2006/main">
  <p:tag name="KSO_WM_SLIDE_ID" val="diagram20235153_9"/>
  <p:tag name="KSO_WM_TEMPLATE_SUBCATEGORY" val="0"/>
  <p:tag name="KSO_WM_TEMPLATE_MASTER_TYPE" val="0"/>
  <p:tag name="KSO_WM_TEMPLATE_COLOR_TYPE" val="0"/>
  <p:tag name="KSO_WM_SLIDE_ITEM_CNT" val="10"/>
  <p:tag name="KSO_WM_SLIDE_INDEX" val="9"/>
  <p:tag name="KSO_WM_TAG_VERSION" val="3.0"/>
  <p:tag name="KSO_WM_BEAUTIFY_FLAG" val="#wm#"/>
  <p:tag name="KSO_WM_TEMPLATE_CATEGORY" val="diagram"/>
  <p:tag name="KSO_WM_TEMPLATE_INDEX" val="20235153"/>
  <p:tag name="KSO_WM_SLIDE_TYPE" val="text"/>
  <p:tag name="KSO_WM_SLIDE_SUBTYPE" val="diag"/>
  <p:tag name="KSO_WM_SLIDE_SIZE" val="850.4*366.8"/>
  <p:tag name="KSO_WM_SLIDE_POSITION" val="54.75*121.2"/>
  <p:tag name="KSO_WM_DIAGRAM_GROUP_CODE" val="l1-1"/>
  <p:tag name="KSO_WM_SLIDE_DIAGTYPE" val="l"/>
  <p:tag name="KSO_WM_SLIDE_LAYOUT" val="a_l"/>
  <p:tag name="KSO_WM_SLIDE_LAYOUT_CNT" val="1_1"/>
</p:tagLst>
</file>

<file path=ppt/tags/tag2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DIAGRAM_VIRTUALLY_FRAME" val="{&quot;height&quot;:243,&quot;left&quot;:97.5,&quot;top&quot;:133.95,&quot;width&quot;:777}"/>
</p:tagLst>
</file>

<file path=ppt/tags/tag23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DIAGRAM_VIRTUALLY_FRAME" val="{&quot;height&quot;:243,&quot;left&quot;:97.5,&quot;top&quot;:133.95,&quot;width&quot;:777}"/>
</p:tagLst>
</file>

<file path=ppt/tags/tag238.xml><?xml version="1.0" encoding="utf-8"?>
<p:tagLst xmlns:p="http://schemas.openxmlformats.org/presentationml/2006/main">
  <p:tag name="KSO_WM_UNIT_TEXT" val="一、办赛目的"/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3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719"/>
  <p:tag name="KSO_WM_TEMPLATE_CATEGORY" val="custom"/>
  <p:tag name="KSO_WM_SLIDE_INDEX" val="8"/>
  <p:tag name="KSO_WM_SLIDE_ID" val="custom2023571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4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SUBTYPE" val="h"/>
</p:tagLst>
</file>

<file path=ppt/tags/tag24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  <p:tag name="KSO_WM_UNIT_SUBTYPE" val="a"/>
</p:tagLst>
</file>

<file path=ppt/tags/tag2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SUBTYPE" val="h"/>
</p:tagLst>
</file>

<file path=ppt/tags/tag24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  <p:tag name="KSO_WM_UNIT_SUBTYPE" val="a"/>
</p:tagLst>
</file>

<file path=ppt/tags/tag2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SUBTYPE" val="h"/>
</p:tagLst>
</file>

<file path=ppt/tags/tag2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  <p:tag name="KSO_WM_UNIT_SUBTYPE" val="a"/>
</p:tagLst>
</file>

<file path=ppt/tags/tag2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SUBTYPE" val="h"/>
</p:tagLst>
</file>

<file path=ppt/tags/tag24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  <p:tag name="KSO_WM_UNIT_SUBTYPE" val="a"/>
</p:tagLst>
</file>

<file path=ppt/tags/tag24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SUBTYPE" val="h"/>
</p:tagLst>
</file>

<file path=ppt/tags/tag24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  <p:tag name="KSO_WM_UNIT_SUBTYPE" val="a"/>
</p:tagLst>
</file>

<file path=ppt/tags/tag2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  <p:tag name="KSO_WM_UNIT_SUBTYPE" val="a"/>
</p:tagLst>
</file>

<file path=ppt/tags/tag2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719"/>
  <p:tag name="KSO_WM_TEMPLATE_CATEGORY" val="custom"/>
  <p:tag name="KSO_WM_SLIDE_INDEX" val="8"/>
  <p:tag name="KSO_WM_SLIDE_ID" val="custom2023571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5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l_h_a"/>
  <p:tag name="KSO_WM_UNIT_INDEX" val="1_3_1"/>
  <p:tag name="KSO_WM_BEAUTIFY_FLAG" val="#wm#"/>
  <p:tag name="KSO_WM_TAG_VERSION" val="2.0"/>
  <p:tag name="KSO_WM_TEMPLATE_CATEGORY" val="diagram"/>
  <p:tag name="KSO_WM_TEMPLATE_INDEX" val="19882022"/>
  <p:tag name="KSO_WM_UNIT_ID" val="diagram19882022*l_h_a*1_3_1"/>
  <p:tag name="KSO_WM_DIAGRAM_GROUP_CODE" val="l1-1"/>
  <p:tag name="KSO_WM_DIAGRAM_VIRTUALLY_FRAME" val="{&quot;height&quot;:89.25,&quot;left&quot;:81,&quot;top&quot;:107.15,&quot;width&quot;:801}"/>
</p:tagLst>
</file>

<file path=ppt/tags/tag257.xml><?xml version="1.0" encoding="utf-8"?>
<p:tagLst xmlns:p="http://schemas.openxmlformats.org/presentationml/2006/main">
  <p:tag name="KSO_WM_UNIT_TYPE" val="l_h_f"/>
  <p:tag name="KSO_WM_UNIT_INDEX" val="1_3_2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DIAGRAM_VIRTUALLY_FRAME" val="{&quot;height&quot;:89.25,&quot;left&quot;:81,&quot;top&quot;:107.15,&quot;width&quot;:801}"/>
</p:tagLst>
</file>

<file path=ppt/tags/tag25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l_h_a"/>
  <p:tag name="KSO_WM_UNIT_INDEX" val="1_4_1"/>
  <p:tag name="KSO_WM_BEAUTIFY_FLAG" val="#wm#"/>
  <p:tag name="KSO_WM_TAG_VERSION" val="2.0"/>
  <p:tag name="KSO_WM_TEMPLATE_CATEGORY" val="diagram"/>
  <p:tag name="KSO_WM_TEMPLATE_INDEX" val="19882022"/>
  <p:tag name="KSO_WM_UNIT_ID" val="diagram19882022*l_h_a*1_4_1"/>
  <p:tag name="KSO_WM_DIAGRAM_GROUP_CODE" val="l1-1"/>
  <p:tag name="KSO_WM_DIAGRAM_VIRTUALLY_FRAME" val="{&quot;height&quot;:89.25,&quot;left&quot;:81,&quot;top&quot;:107.15,&quot;width&quot;:801}"/>
</p:tagLst>
</file>

<file path=ppt/tags/tag262.xml><?xml version="1.0" encoding="utf-8"?>
<p:tagLst xmlns:p="http://schemas.openxmlformats.org/presentationml/2006/main">
  <p:tag name="KSO_WM_UNIT_TYPE" val="l_h_f"/>
  <p:tag name="KSO_WM_UNIT_INDEX" val="1_4_2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DIAGRAM_VIRTUALLY_FRAME" val="{&quot;height&quot;:89.25,&quot;left&quot;:81,&quot;top&quot;:107.15,&quot;width&quot;:801}"/>
</p:tagLst>
</file>

<file path=ppt/tags/tag263.xml><?xml version="1.0" encoding="utf-8"?>
<p:tagLst xmlns:p="http://schemas.openxmlformats.org/presentationml/2006/main">
  <p:tag name="KSO_WM_UNIT_TEXT" val="二、办赛经验"/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6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719"/>
  <p:tag name="KSO_WM_TEMPLATE_CATEGORY" val="custom"/>
  <p:tag name="KSO_WM_SLIDE_INDEX" val="8"/>
  <p:tag name="KSO_WM_SLIDE_ID" val="custom2023571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l_h_a"/>
  <p:tag name="KSO_WM_UNIT_INDEX" val="1_1_1"/>
  <p:tag name="KSO_WM_BEAUTIFY_FLAG" val="#wm#"/>
  <p:tag name="KSO_WM_TAG_VERSION" val="2.0"/>
  <p:tag name="KSO_WM_TEMPLATE_CATEGORY" val="diagram"/>
  <p:tag name="KSO_WM_TEMPLATE_INDEX" val="19882022"/>
  <p:tag name="KSO_WM_UNIT_ID" val="diagram19882022*l_h_a*1_1_1"/>
  <p:tag name="KSO_WM_DIAGRAM_GROUP_CODE" val="l1-1"/>
  <p:tag name="KSO_WM_DIAGRAM_VIRTUALLY_FRAME" val="{&quot;height&quot;:99.15,&quot;left&quot;:81,&quot;top&quot;:96.25,&quot;width&quot;:801}"/>
</p:tagLst>
</file>

<file path=ppt/tags/tag269.xml><?xml version="1.0" encoding="utf-8"?>
<p:tagLst xmlns:p="http://schemas.openxmlformats.org/presentationml/2006/main">
  <p:tag name="KSO_WM_UNIT_TYPE" val="l_h_f"/>
  <p:tag name="KSO_WM_UNIT_INDEX" val="1_1_2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DIAGRAM_VIRTUALLY_FRAME" val="{&quot;height&quot;:99.15,&quot;left&quot;:81,&quot;top&quot;:96.25,&quot;width&quot;:801}"/>
</p:tagLst>
</file>

<file path=ppt/tags/tag27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l_h_a"/>
  <p:tag name="KSO_WM_UNIT_INDEX" val="1_2_1"/>
  <p:tag name="KSO_WM_BEAUTIFY_FLAG" val="#wm#"/>
  <p:tag name="KSO_WM_TAG_VERSION" val="2.0"/>
  <p:tag name="KSO_WM_TEMPLATE_CATEGORY" val="diagram"/>
  <p:tag name="KSO_WM_TEMPLATE_INDEX" val="19882022"/>
  <p:tag name="KSO_WM_UNIT_ID" val="diagram19882022*l_h_a*1_2_1"/>
  <p:tag name="KSO_WM_DIAGRAM_GROUP_CODE" val="l1-1"/>
  <p:tag name="KSO_WM_DIAGRAM_VIRTUALLY_FRAME" val="{&quot;height&quot;:99.15,&quot;left&quot;:81,&quot;top&quot;:96.25,&quot;width&quot;:801}"/>
</p:tagLst>
</file>

<file path=ppt/tags/tag274.xml><?xml version="1.0" encoding="utf-8"?>
<p:tagLst xmlns:p="http://schemas.openxmlformats.org/presentationml/2006/main">
  <p:tag name="KSO_WM_UNIT_TYPE" val="l_h_f"/>
  <p:tag name="KSO_WM_UNIT_INDEX" val="1_2_2"/>
  <p:tag name="KSO_WM_BEAUTIFY_FLAG" val="#wm#"/>
  <p:tag name="KSO_WM_TAG_VERSION" val="2.0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DIAGRAM_VIRTUALLY_FRAME" val="{&quot;height&quot;:99.15,&quot;left&quot;:81,&quot;top&quot;:96.25,&quot;width&quot;:801}"/>
</p:tagLst>
</file>

<file path=ppt/tags/tag275.xml><?xml version="1.0" encoding="utf-8"?>
<p:tagLst xmlns:p="http://schemas.openxmlformats.org/presentationml/2006/main">
  <p:tag name="KSO_WM_UNIT_TEXT" val="二、办赛经验"/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7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719"/>
  <p:tag name="KSO_WM_TEMPLATE_CATEGORY" val="custom"/>
  <p:tag name="KSO_WM_SLIDE_INDEX" val="8"/>
  <p:tag name="KSO_WM_SLIDE_ID" val="custom2023571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7_1*i*1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7_1*i*3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7_1*a*1"/>
  <p:tag name="KSO_WM_TEMPLATE_CATEGORY" val="custom"/>
  <p:tag name="KSO_WM_TEMPLATE_INDEX" val="40492977"/>
  <p:tag name="KSO_WM_UNIT_LAYERLEVEL" val="1"/>
  <p:tag name="KSO_WM_TAG_VERSION" val="3.0"/>
  <p:tag name="KSO_WM_BEAUTIFY_FLAG" val="#wm#"/>
  <p:tag name="KSO_WM_UNIT_VALUE" val="30"/>
  <p:tag name="KSO_WM_UNIT_TEXT_TYPE" val="1"/>
  <p:tag name="KSO_WM_UNIT_PRESET_TEXT" val="单击此处添加页面标题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7_1*i*2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7_1*i*4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40492977_1*i*5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40492977_1*f*1"/>
  <p:tag name="KSO_WM_TEMPLATE_CATEGORY" val="custom"/>
  <p:tag name="KSO_WM_TEMPLATE_INDEX" val="40492977"/>
  <p:tag name="KSO_WM_UNIT_LAYERLEVEL" val="1"/>
  <p:tag name="KSO_WM_TAG_VERSION" val="3.0"/>
  <p:tag name="KSO_WM_BEAUTIFY_FLAG" val="#wm#"/>
  <p:tag name="KSO_WM_UNIT_TEXT_TYPE" val="1"/>
  <p:tag name="KSO_WM_UNIT_PRESET_TEXT" val="单击此处添加文本，简明扼要地阐述您的观点。根据需要酌情增减文字，以便观者准确地理解您传达的思想。单击添加文本，简明扼要地阐述您的观点。根据需要可酌情增减文字，以便观者准确地理解您传达的思想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40492977_1*i*6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40492977_1*i*7"/>
  <p:tag name="KSO_WM_TEMPLATE_CATEGORY" val="custom"/>
  <p:tag name="KSO_WM_TEMPLATE_INDEX" val="40492977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SLIDE_ID" val="custom40492977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977"/>
  <p:tag name="KSO_WM_SLIDE_TYPE" val="text"/>
  <p:tag name="KSO_WM_SLIDE_SUBTYPE" val="picTxt"/>
  <p:tag name="KSO_WM_SLIDE_SIZE" val="864*444"/>
  <p:tag name="KSO_WM_SLIDE_POSITION" val="48*47"/>
  <p:tag name="KSO_WM_SLIDE_LAYOUT" val="a_f"/>
  <p:tag name="KSO_WM_SLIDE_LAYOUT_CNT" val="1_1"/>
  <p:tag name="KSO_WM_SPECIAL_SOURCE" val="bdnull"/>
</p:tagLst>
</file>

<file path=ppt/tags/tag2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719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719"/>
  <p:tag name="KSO_WM_TEMPLATE_CATEGORY" val="custom"/>
  <p:tag name="KSO_WM_UNIT_ISCONTENTSTITLE" val="0"/>
</p:tagLst>
</file>

<file path=ppt/tags/tag28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719"/>
  <p:tag name="KSO_WM_TEMPLATE_CATEGORY" val="custom"/>
  <p:tag name="KSO_WM_SLIDE_INDEX" val="9"/>
  <p:tag name="KSO_WM_SLIDE_ID" val="custom20235719_9"/>
  <p:tag name="KSO_WM_TEMPLATE_MASTER_TYPE" val="0"/>
  <p:tag name="KSO_WM_SLIDE_LAYOUT" val="a_f"/>
  <p:tag name="KSO_WM_SLIDE_LAYOUT_CNT" val="1_3"/>
  <p:tag name="KSO_WM_SLIDE_THEME_ID" val="3401722"/>
  <p:tag name="KSO_WM_SLIDE_THEME_NAME" val="简约风蓝黄立体教育教学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蓝黄立体教育教学">
  <a:themeElements>
    <a:clrScheme name="">
      <a:dk1>
        <a:srgbClr val="000000"/>
      </a:dk1>
      <a:lt1>
        <a:srgbClr val="FFFFFF"/>
      </a:lt1>
      <a:dk2>
        <a:srgbClr val="3E0000"/>
      </a:dk2>
      <a:lt2>
        <a:srgbClr val="FFFFFF"/>
      </a:lt2>
      <a:accent1>
        <a:srgbClr val="930000"/>
      </a:accent1>
      <a:accent2>
        <a:srgbClr val="CE2600"/>
      </a:accent2>
      <a:accent3>
        <a:srgbClr val="F43E06"/>
      </a:accent3>
      <a:accent4>
        <a:srgbClr val="FF693E"/>
      </a:accent4>
      <a:accent5>
        <a:srgbClr val="FF8359"/>
      </a:accent5>
      <a:accent6>
        <a:srgbClr val="FF9E73"/>
      </a:accent6>
      <a:hlink>
        <a:srgbClr val="0026E5"/>
      </a:hlink>
      <a:folHlink>
        <a:srgbClr val="7E1FAD"/>
      </a:folHlink>
    </a:clrScheme>
    <a:fontScheme name="主题字体">
      <a:majorFont>
        <a:latin typeface="MiSans Medium"/>
        <a:ea typeface="MiSans Medium"/>
        <a:cs typeface=""/>
      </a:majorFont>
      <a:minorFont>
        <a:latin typeface="MiSans Medium"/>
        <a:ea typeface="MiSans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WPS 演示</Application>
  <PresentationFormat>宽屏</PresentationFormat>
  <Paragraphs>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MiSans Medium</vt:lpstr>
      <vt:lpstr>华文中宋</vt:lpstr>
      <vt:lpstr>微软雅黑</vt:lpstr>
      <vt:lpstr>Arial Unicode MS</vt:lpstr>
      <vt:lpstr>MiSans Medium</vt:lpstr>
      <vt:lpstr>Segoe Print</vt:lpstr>
      <vt:lpstr>Office 主题​​</vt:lpstr>
      <vt:lpstr>WPS</vt:lpstr>
      <vt:lpstr>简约风蓝黄立体教育教学</vt:lpstr>
      <vt:lpstr>2026年江西省"振兴杯"职业技能竞赛  电子专用设备装调工赛项</vt:lpstr>
      <vt:lpstr>目录</vt:lpstr>
      <vt:lpstr>一、办赛目的</vt:lpstr>
      <vt:lpstr>二、办赛经验</vt:lpstr>
      <vt:lpstr>三、办赛能力</vt:lpstr>
      <vt:lpstr>四、办赛保障</vt:lpstr>
      <vt:lpstr>四、办赛保障</vt:lpstr>
      <vt:lpstr>办赛承诺</vt:lpstr>
      <vt:lpstr>谢谢聆听！ 敬请各位专家批评指正！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Handoff</dc:creator>
  <cp:lastModifiedBy>Handoff</cp:lastModifiedBy>
  <cp:revision>6</cp:revision>
  <dcterms:created xsi:type="dcterms:W3CDTF">2026-04-13T01:45:00Z</dcterms:created>
  <dcterms:modified xsi:type="dcterms:W3CDTF">2026-04-13T07:37:30Z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/>
  </property>
</Properties>
</file>